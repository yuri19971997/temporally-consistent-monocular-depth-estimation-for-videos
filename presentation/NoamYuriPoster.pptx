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42741850" cy="31943675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1pPr>
    <a:lvl2pPr marL="441884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2pPr>
    <a:lvl3pPr marL="883768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3pPr>
    <a:lvl4pPr marL="1325651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4pPr>
    <a:lvl5pPr marL="1767535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5pPr>
    <a:lvl6pPr marL="2209419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6pPr>
    <a:lvl7pPr marL="2651303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7pPr>
    <a:lvl8pPr marL="3093187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8pPr>
    <a:lvl9pPr marL="3535070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5E6"/>
    <a:srgbClr val="1482A5"/>
    <a:srgbClr val="DFF5FD"/>
    <a:srgbClr val="002147"/>
    <a:srgbClr val="003399"/>
    <a:srgbClr val="5686DA"/>
    <a:srgbClr val="216093"/>
    <a:srgbClr val="9DC3E6"/>
    <a:srgbClr val="000060"/>
    <a:srgbClr val="3A7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B04E5D-433F-418D-BD99-9E4379898A00}" v="76" dt="2026-03-29T13:43:24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308" autoAdjust="0"/>
    <p:restoredTop sz="99637" autoAdjust="0"/>
  </p:normalViewPr>
  <p:slideViewPr>
    <p:cSldViewPr>
      <p:cViewPr>
        <p:scale>
          <a:sx n="30" d="100"/>
          <a:sy n="30" d="100"/>
        </p:scale>
        <p:origin x="-1020" y="-5364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m Murciano" userId="60f7d0ff-c4f4-4b8d-ad5e-9e72d7a43f39" providerId="ADAL" clId="{136F8877-D4F1-4518-BF94-057940BD6098}"/>
    <pc:docChg chg="undo custSel modSld">
      <pc:chgData name="Noam Murciano" userId="60f7d0ff-c4f4-4b8d-ad5e-9e72d7a43f39" providerId="ADAL" clId="{136F8877-D4F1-4518-BF94-057940BD6098}" dt="2026-03-29T13:44:59.176" v="2210" actId="20577"/>
      <pc:docMkLst>
        <pc:docMk/>
      </pc:docMkLst>
      <pc:sldChg chg="addSp delSp modSp mod">
        <pc:chgData name="Noam Murciano" userId="60f7d0ff-c4f4-4b8d-ad5e-9e72d7a43f39" providerId="ADAL" clId="{136F8877-D4F1-4518-BF94-057940BD6098}" dt="2026-03-29T13:44:59.176" v="2210" actId="20577"/>
        <pc:sldMkLst>
          <pc:docMk/>
          <pc:sldMk cId="0" sldId="256"/>
        </pc:sldMkLst>
        <pc:spChg chg="mod">
          <ac:chgData name="Noam Murciano" userId="60f7d0ff-c4f4-4b8d-ad5e-9e72d7a43f39" providerId="ADAL" clId="{136F8877-D4F1-4518-BF94-057940BD6098}" dt="2026-03-29T13:43:18.408" v="2164" actId="1076"/>
          <ac:spMkLst>
            <pc:docMk/>
            <pc:sldMk cId="0" sldId="256"/>
            <ac:spMk id="3" creationId="{07881325-7253-4AA9-8E40-8B17A169E768}"/>
          </ac:spMkLst>
        </pc:spChg>
        <pc:spChg chg="mod">
          <ac:chgData name="Noam Murciano" userId="60f7d0ff-c4f4-4b8d-ad5e-9e72d7a43f39" providerId="ADAL" clId="{136F8877-D4F1-4518-BF94-057940BD6098}" dt="2026-03-29T13:07:34.859" v="1813"/>
          <ac:spMkLst>
            <pc:docMk/>
            <pc:sldMk cId="0" sldId="256"/>
            <ac:spMk id="8" creationId="{FCC61D9B-03A9-37C3-C64C-D7E3601972F0}"/>
          </ac:spMkLst>
        </pc:spChg>
        <pc:spChg chg="mod">
          <ac:chgData name="Noam Murciano" userId="60f7d0ff-c4f4-4b8d-ad5e-9e72d7a43f39" providerId="ADAL" clId="{136F8877-D4F1-4518-BF94-057940BD6098}" dt="2026-03-29T13:44:13.539" v="2187" actId="20577"/>
          <ac:spMkLst>
            <pc:docMk/>
            <pc:sldMk cId="0" sldId="256"/>
            <ac:spMk id="10" creationId="{AFB88835-E072-D603-9B90-C5A1EF16EC5C}"/>
          </ac:spMkLst>
        </pc:spChg>
        <pc:spChg chg="mod">
          <ac:chgData name="Noam Murciano" userId="60f7d0ff-c4f4-4b8d-ad5e-9e72d7a43f39" providerId="ADAL" clId="{136F8877-D4F1-4518-BF94-057940BD6098}" dt="2026-03-29T13:07:34.859" v="1813"/>
          <ac:spMkLst>
            <pc:docMk/>
            <pc:sldMk cId="0" sldId="256"/>
            <ac:spMk id="11" creationId="{7C59CFF9-5FB9-680E-5ABD-EADB369E8C5F}"/>
          </ac:spMkLst>
        </pc:spChg>
        <pc:spChg chg="add mod">
          <ac:chgData name="Noam Murciano" userId="60f7d0ff-c4f4-4b8d-ad5e-9e72d7a43f39" providerId="ADAL" clId="{136F8877-D4F1-4518-BF94-057940BD6098}" dt="2026-03-29T13:37:51.534" v="2072" actId="20577"/>
          <ac:spMkLst>
            <pc:docMk/>
            <pc:sldMk cId="0" sldId="256"/>
            <ac:spMk id="12" creationId="{488F6B88-E5FA-AA9F-2287-4BD57F204CAA}"/>
          </ac:spMkLst>
        </pc:spChg>
        <pc:spChg chg="add del mod">
          <ac:chgData name="Noam Murciano" userId="60f7d0ff-c4f4-4b8d-ad5e-9e72d7a43f39" providerId="ADAL" clId="{136F8877-D4F1-4518-BF94-057940BD6098}" dt="2026-03-29T13:30:47.284" v="2044" actId="478"/>
          <ac:spMkLst>
            <pc:docMk/>
            <pc:sldMk cId="0" sldId="256"/>
            <ac:spMk id="18" creationId="{E11B1A4B-6DCD-C4CD-9590-FEA99DFB5CDC}"/>
          </ac:spMkLst>
        </pc:spChg>
        <pc:spChg chg="add del mod">
          <ac:chgData name="Noam Murciano" userId="60f7d0ff-c4f4-4b8d-ad5e-9e72d7a43f39" providerId="ADAL" clId="{136F8877-D4F1-4518-BF94-057940BD6098}" dt="2026-03-29T13:30:55.984" v="2048" actId="478"/>
          <ac:spMkLst>
            <pc:docMk/>
            <pc:sldMk cId="0" sldId="256"/>
            <ac:spMk id="22" creationId="{25D14767-C064-E707-579F-BD9E357469E7}"/>
          </ac:spMkLst>
        </pc:spChg>
        <pc:spChg chg="add mod">
          <ac:chgData name="Noam Murciano" userId="60f7d0ff-c4f4-4b8d-ad5e-9e72d7a43f39" providerId="ADAL" clId="{136F8877-D4F1-4518-BF94-057940BD6098}" dt="2026-03-29T13:31:32.155" v="2056"/>
          <ac:spMkLst>
            <pc:docMk/>
            <pc:sldMk cId="0" sldId="256"/>
            <ac:spMk id="25" creationId="{8AA6E509-0346-A0D8-F80B-0316EC5AE03C}"/>
          </ac:spMkLst>
        </pc:spChg>
        <pc:spChg chg="add mod">
          <ac:chgData name="Noam Murciano" userId="60f7d0ff-c4f4-4b8d-ad5e-9e72d7a43f39" providerId="ADAL" clId="{136F8877-D4F1-4518-BF94-057940BD6098}" dt="2026-03-29T13:43:12.769" v="2162" actId="1076"/>
          <ac:spMkLst>
            <pc:docMk/>
            <pc:sldMk cId="0" sldId="256"/>
            <ac:spMk id="29" creationId="{51A515CA-7EC2-930E-C4BF-44A1A207CE6C}"/>
          </ac:spMkLst>
        </pc:spChg>
        <pc:spChg chg="add mod">
          <ac:chgData name="Noam Murciano" userId="60f7d0ff-c4f4-4b8d-ad5e-9e72d7a43f39" providerId="ADAL" clId="{136F8877-D4F1-4518-BF94-057940BD6098}" dt="2026-03-23T11:41:55.726" v="430"/>
          <ac:spMkLst>
            <pc:docMk/>
            <pc:sldMk cId="0" sldId="256"/>
            <ac:spMk id="31" creationId="{A5555E8D-43E0-E43A-D11B-9C5D9C132327}"/>
          </ac:spMkLst>
        </pc:spChg>
        <pc:spChg chg="add mod">
          <ac:chgData name="Noam Murciano" userId="60f7d0ff-c4f4-4b8d-ad5e-9e72d7a43f39" providerId="ADAL" clId="{136F8877-D4F1-4518-BF94-057940BD6098}" dt="2026-03-29T13:43:39.713" v="2167" actId="20577"/>
          <ac:spMkLst>
            <pc:docMk/>
            <pc:sldMk cId="0" sldId="256"/>
            <ac:spMk id="32" creationId="{AF2BBED6-8D42-8157-B0E1-69FFAC55F019}"/>
          </ac:spMkLst>
        </pc:spChg>
        <pc:spChg chg="add mod">
          <ac:chgData name="Noam Murciano" userId="60f7d0ff-c4f4-4b8d-ad5e-9e72d7a43f39" providerId="ADAL" clId="{136F8877-D4F1-4518-BF94-057940BD6098}" dt="2026-03-29T13:12:55.722" v="1864" actId="1076"/>
          <ac:spMkLst>
            <pc:docMk/>
            <pc:sldMk cId="0" sldId="256"/>
            <ac:spMk id="45" creationId="{1C791B29-93E2-E2EC-4059-B39FB5BDBF95}"/>
          </ac:spMkLst>
        </pc:spChg>
        <pc:spChg chg="add mod">
          <ac:chgData name="Noam Murciano" userId="60f7d0ff-c4f4-4b8d-ad5e-9e72d7a43f39" providerId="ADAL" clId="{136F8877-D4F1-4518-BF94-057940BD6098}" dt="2026-03-29T13:21:07.814" v="1958" actId="1076"/>
          <ac:spMkLst>
            <pc:docMk/>
            <pc:sldMk cId="0" sldId="256"/>
            <ac:spMk id="46" creationId="{7C22EB41-9E7B-FB1D-0E4B-9C30F9EB432C}"/>
          </ac:spMkLst>
        </pc:spChg>
        <pc:spChg chg="add del mod">
          <ac:chgData name="Noam Murciano" userId="60f7d0ff-c4f4-4b8d-ad5e-9e72d7a43f39" providerId="ADAL" clId="{136F8877-D4F1-4518-BF94-057940BD6098}" dt="2026-03-29T13:26:22.811" v="2026" actId="478"/>
          <ac:spMkLst>
            <pc:docMk/>
            <pc:sldMk cId="0" sldId="256"/>
            <ac:spMk id="47" creationId="{765E57CA-5065-D2CE-14F3-74361FD7C0F3}"/>
          </ac:spMkLst>
        </pc:spChg>
        <pc:spChg chg="add mod">
          <ac:chgData name="Noam Murciano" userId="60f7d0ff-c4f4-4b8d-ad5e-9e72d7a43f39" providerId="ADAL" clId="{136F8877-D4F1-4518-BF94-057940BD6098}" dt="2026-03-29T13:31:27.320" v="2055" actId="1076"/>
          <ac:spMkLst>
            <pc:docMk/>
            <pc:sldMk cId="0" sldId="256"/>
            <ac:spMk id="52" creationId="{AC2B0558-2573-081B-F9AD-B8ED6EE35965}"/>
          </ac:spMkLst>
        </pc:spChg>
        <pc:spChg chg="mod">
          <ac:chgData name="Noam Murciano" userId="60f7d0ff-c4f4-4b8d-ad5e-9e72d7a43f39" providerId="ADAL" clId="{136F8877-D4F1-4518-BF94-057940BD6098}" dt="2026-03-23T11:05:19.268" v="52" actId="20577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9T13:43:10.851" v="2161" actId="1076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9T13:43:24.416" v="2166" actId="1076"/>
          <ac:spMkLst>
            <pc:docMk/>
            <pc:sldMk cId="0" sldId="256"/>
            <ac:spMk id="117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9T13:29:42.692" v="2035" actId="20577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9T13:24:29.147" v="1997" actId="1076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9T13:12:26.282" v="1858" actId="1076"/>
          <ac:spMkLst>
            <pc:docMk/>
            <pc:sldMk cId="0" sldId="256"/>
            <ac:spMk id="139" creationId="{CA9C890E-D8EC-470A-BBE9-AFE8444F1977}"/>
          </ac:spMkLst>
        </pc:spChg>
        <pc:spChg chg="mod">
          <ac:chgData name="Noam Murciano" userId="60f7d0ff-c4f4-4b8d-ad5e-9e72d7a43f39" providerId="ADAL" clId="{136F8877-D4F1-4518-BF94-057940BD6098}" dt="2026-03-23T12:53:02.279" v="1470" actId="1076"/>
          <ac:spMkLst>
            <pc:docMk/>
            <pc:sldMk cId="0" sldId="256"/>
            <ac:spMk id="141" creationId="{3B3485A8-2656-453C-BF01-F88D7EADE667}"/>
          </ac:spMkLst>
        </pc:spChg>
        <pc:spChg chg="mod">
          <ac:chgData name="Noam Murciano" userId="60f7d0ff-c4f4-4b8d-ad5e-9e72d7a43f39" providerId="ADAL" clId="{136F8877-D4F1-4518-BF94-057940BD6098}" dt="2026-03-29T13:44:59.176" v="2210" actId="20577"/>
          <ac:spMkLst>
            <pc:docMk/>
            <pc:sldMk cId="0" sldId="256"/>
            <ac:spMk id="144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3T12:37:03.381" v="1449" actId="20577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3T13:23:23.165" v="1712" actId="20577"/>
          <ac:spMkLst>
            <pc:docMk/>
            <pc:sldMk cId="0" sldId="256"/>
            <ac:spMk id="158" creationId="{D398566D-9C10-4732-93CC-A891BD7D6F79}"/>
          </ac:spMkLst>
        </pc:spChg>
        <pc:spChg chg="mod">
          <ac:chgData name="Noam Murciano" userId="60f7d0ff-c4f4-4b8d-ad5e-9e72d7a43f39" providerId="ADAL" clId="{136F8877-D4F1-4518-BF94-057940BD6098}" dt="2026-03-29T13:24:22.027" v="1995" actId="1076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3T11:49:32.408" v="502"/>
          <ac:spMkLst>
            <pc:docMk/>
            <pc:sldMk cId="0" sldId="256"/>
            <ac:spMk id="177" creationId="{BCB59A9E-39B0-4C0D-B9E9-E021DEAE7412}"/>
          </ac:spMkLst>
        </pc:spChg>
        <pc:spChg chg="mod">
          <ac:chgData name="Noam Murciano" userId="60f7d0ff-c4f4-4b8d-ad5e-9e72d7a43f39" providerId="ADAL" clId="{136F8877-D4F1-4518-BF94-057940BD6098}" dt="2026-03-23T11:52:33.154" v="568" actId="20577"/>
          <ac:spMkLst>
            <pc:docMk/>
            <pc:sldMk cId="0" sldId="256"/>
            <ac:spMk id="178" creationId="{6B84B680-30CA-4A9A-B12B-98624A315420}"/>
          </ac:spMkLst>
        </pc:spChg>
        <pc:spChg chg="mod">
          <ac:chgData name="Noam Murciano" userId="60f7d0ff-c4f4-4b8d-ad5e-9e72d7a43f39" providerId="ADAL" clId="{136F8877-D4F1-4518-BF94-057940BD6098}" dt="2026-03-23T11:49:32.408" v="502"/>
          <ac:spMkLst>
            <pc:docMk/>
            <pc:sldMk cId="0" sldId="256"/>
            <ac:spMk id="179" creationId="{4C80ADA8-A7FF-4F03-BEC0-6888570463D2}"/>
          </ac:spMkLst>
        </pc:spChg>
        <pc:spChg chg="mod">
          <ac:chgData name="Noam Murciano" userId="60f7d0ff-c4f4-4b8d-ad5e-9e72d7a43f39" providerId="ADAL" clId="{136F8877-D4F1-4518-BF94-057940BD6098}" dt="2026-03-29T13:23:14.901" v="1987" actId="20577"/>
          <ac:spMkLst>
            <pc:docMk/>
            <pc:sldMk cId="0" sldId="256"/>
            <ac:spMk id="182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3T11:56:10.289" v="650" actId="20577"/>
          <ac:spMkLst>
            <pc:docMk/>
            <pc:sldMk cId="0" sldId="256"/>
            <ac:spMk id="184" creationId="{FA0D68E1-5088-47D8-848B-43DED6224FEB}"/>
          </ac:spMkLst>
        </pc:spChg>
        <pc:spChg chg="mod">
          <ac:chgData name="Noam Murciano" userId="60f7d0ff-c4f4-4b8d-ad5e-9e72d7a43f39" providerId="ADAL" clId="{136F8877-D4F1-4518-BF94-057940BD6098}" dt="2026-03-23T13:16:15.094" v="1675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3T11:35:58.770" v="319" actId="20577"/>
          <ac:spMkLst>
            <pc:docMk/>
            <pc:sldMk cId="0" sldId="256"/>
            <ac:spMk id="238" creationId="{00000000-0000-0000-0000-000000000000}"/>
          </ac:spMkLst>
        </pc:spChg>
        <pc:spChg chg="mod">
          <ac:chgData name="Noam Murciano" userId="60f7d0ff-c4f4-4b8d-ad5e-9e72d7a43f39" providerId="ADAL" clId="{136F8877-D4F1-4518-BF94-057940BD6098}" dt="2026-03-29T13:36:36.437" v="2069" actId="1076"/>
          <ac:spMkLst>
            <pc:docMk/>
            <pc:sldMk cId="0" sldId="256"/>
            <ac:spMk id="386" creationId="{00000000-0000-0000-0000-000000000000}"/>
          </ac:spMkLst>
        </pc:spChg>
        <pc:grpChg chg="add mod">
          <ac:chgData name="Noam Murciano" userId="60f7d0ff-c4f4-4b8d-ad5e-9e72d7a43f39" providerId="ADAL" clId="{136F8877-D4F1-4518-BF94-057940BD6098}" dt="2026-03-29T13:12:55.722" v="1864" actId="1076"/>
          <ac:grpSpMkLst>
            <pc:docMk/>
            <pc:sldMk cId="0" sldId="256"/>
            <ac:grpSpMk id="2" creationId="{40BDE21E-E28B-5460-545A-91766D67DD46}"/>
          </ac:grpSpMkLst>
        </pc:grpChg>
        <pc:grpChg chg="add mod">
          <ac:chgData name="Noam Murciano" userId="60f7d0ff-c4f4-4b8d-ad5e-9e72d7a43f39" providerId="ADAL" clId="{136F8877-D4F1-4518-BF94-057940BD6098}" dt="2026-03-29T13:12:31.826" v="1859" actId="1076"/>
          <ac:grpSpMkLst>
            <pc:docMk/>
            <pc:sldMk cId="0" sldId="256"/>
            <ac:grpSpMk id="5" creationId="{3B0149EC-76FB-C75C-0485-78BAEC64F0BC}"/>
          </ac:grpSpMkLst>
        </pc:grpChg>
        <pc:grpChg chg="mod">
          <ac:chgData name="Noam Murciano" userId="60f7d0ff-c4f4-4b8d-ad5e-9e72d7a43f39" providerId="ADAL" clId="{136F8877-D4F1-4518-BF94-057940BD6098}" dt="2026-03-29T13:43:22.366" v="2165" actId="1076"/>
          <ac:grpSpMkLst>
            <pc:docMk/>
            <pc:sldMk cId="0" sldId="256"/>
            <ac:grpSpMk id="13" creationId="{3D1CD049-D192-434B-B5B2-08FA3D18475C}"/>
          </ac:grpSpMkLst>
        </pc:grpChg>
        <pc:grpChg chg="add del mod">
          <ac:chgData name="Noam Murciano" userId="60f7d0ff-c4f4-4b8d-ad5e-9e72d7a43f39" providerId="ADAL" clId="{136F8877-D4F1-4518-BF94-057940BD6098}" dt="2026-03-23T12:36:33.430" v="1433" actId="478"/>
          <ac:grpSpMkLst>
            <pc:docMk/>
            <pc:sldMk cId="0" sldId="256"/>
            <ac:grpSpMk id="14" creationId="{C5D37DC1-48B5-4D3F-9412-9E362CF01611}"/>
          </ac:grpSpMkLst>
        </pc:grpChg>
        <pc:grpChg chg="add mod">
          <ac:chgData name="Noam Murciano" userId="60f7d0ff-c4f4-4b8d-ad5e-9e72d7a43f39" providerId="ADAL" clId="{136F8877-D4F1-4518-BF94-057940BD6098}" dt="2026-03-29T13:21:07.814" v="1958" actId="1076"/>
          <ac:grpSpMkLst>
            <pc:docMk/>
            <pc:sldMk cId="0" sldId="256"/>
            <ac:grpSpMk id="15" creationId="{1BA2642B-5347-908D-2D81-AF98550CA414}"/>
          </ac:grpSpMkLst>
        </pc:grpChg>
        <pc:grpChg chg="add mod">
          <ac:chgData name="Noam Murciano" userId="60f7d0ff-c4f4-4b8d-ad5e-9e72d7a43f39" providerId="ADAL" clId="{136F8877-D4F1-4518-BF94-057940BD6098}" dt="2026-03-29T13:24:29.147" v="1997" actId="1076"/>
          <ac:grpSpMkLst>
            <pc:docMk/>
            <pc:sldMk cId="0" sldId="256"/>
            <ac:grpSpMk id="19" creationId="{122FB97A-E7D6-F0B3-B3A7-97CA5773F1F2}"/>
          </ac:grpSpMkLst>
        </pc:grpChg>
        <pc:grpChg chg="add mod">
          <ac:chgData name="Noam Murciano" userId="60f7d0ff-c4f4-4b8d-ad5e-9e72d7a43f39" providerId="ADAL" clId="{136F8877-D4F1-4518-BF94-057940BD6098}" dt="2026-03-29T13:12:11.739" v="1856" actId="1076"/>
          <ac:grpSpMkLst>
            <pc:docMk/>
            <pc:sldMk cId="0" sldId="256"/>
            <ac:grpSpMk id="24" creationId="{34511CDF-8E74-DF02-0A62-01861F64743C}"/>
          </ac:grpSpMkLst>
        </pc:grpChg>
        <pc:grpChg chg="add mod">
          <ac:chgData name="Noam Murciano" userId="60f7d0ff-c4f4-4b8d-ad5e-9e72d7a43f39" providerId="ADAL" clId="{136F8877-D4F1-4518-BF94-057940BD6098}" dt="2026-03-29T13:43:12.769" v="2162" actId="1076"/>
          <ac:grpSpMkLst>
            <pc:docMk/>
            <pc:sldMk cId="0" sldId="256"/>
            <ac:grpSpMk id="26" creationId="{B51963BB-F845-B0A7-A0CE-D29CA51FFAF0}"/>
          </ac:grpSpMkLst>
        </pc:grpChg>
        <pc:grpChg chg="add del mod">
          <ac:chgData name="Noam Murciano" userId="60f7d0ff-c4f4-4b8d-ad5e-9e72d7a43f39" providerId="ADAL" clId="{136F8877-D4F1-4518-BF94-057940BD6098}" dt="2026-03-29T13:31:27.320" v="2055" actId="1076"/>
          <ac:grpSpMkLst>
            <pc:docMk/>
            <pc:sldMk cId="0" sldId="256"/>
            <ac:grpSpMk id="55" creationId="{C905216D-FE36-3751-2A69-FA76530C9F42}"/>
          </ac:grpSpMkLst>
        </pc:grpChg>
        <pc:grpChg chg="mod">
          <ac:chgData name="Noam Murciano" userId="60f7d0ff-c4f4-4b8d-ad5e-9e72d7a43f39" providerId="ADAL" clId="{136F8877-D4F1-4518-BF94-057940BD6098}" dt="2026-03-29T13:31:04.148" v="2049" actId="1076"/>
          <ac:grpSpMkLst>
            <pc:docMk/>
            <pc:sldMk cId="0" sldId="256"/>
            <ac:grpSpMk id="164" creationId="{C5D37DC1-48B5-4D3F-9412-9E362CF01611}"/>
          </ac:grpSpMkLst>
        </pc:grpChg>
        <pc:grpChg chg="mod">
          <ac:chgData name="Noam Murciano" userId="60f7d0ff-c4f4-4b8d-ad5e-9e72d7a43f39" providerId="ADAL" clId="{136F8877-D4F1-4518-BF94-057940BD6098}" dt="2026-03-29T13:11:51.368" v="1851" actId="1076"/>
          <ac:grpSpMkLst>
            <pc:docMk/>
            <pc:sldMk cId="0" sldId="256"/>
            <ac:grpSpMk id="168" creationId="{218313FB-6B2E-43EA-9E9A-760888B499D8}"/>
          </ac:grpSpMkLst>
        </pc:grpChg>
        <pc:grpChg chg="mod">
          <ac:chgData name="Noam Murciano" userId="60f7d0ff-c4f4-4b8d-ad5e-9e72d7a43f39" providerId="ADAL" clId="{136F8877-D4F1-4518-BF94-057940BD6098}" dt="2026-03-29T13:12:58.521" v="1865" actId="1076"/>
          <ac:grpSpMkLst>
            <pc:docMk/>
            <pc:sldMk cId="0" sldId="256"/>
            <ac:grpSpMk id="181" creationId="{00D5D8E0-F178-4D6F-86EF-C08C6234A37D}"/>
          </ac:grpSpMkLst>
        </pc:grpChg>
        <pc:grpChg chg="mod">
          <ac:chgData name="Noam Murciano" userId="60f7d0ff-c4f4-4b8d-ad5e-9e72d7a43f39" providerId="ADAL" clId="{136F8877-D4F1-4518-BF94-057940BD6098}" dt="2026-03-29T13:24:34.826" v="1998" actId="1076"/>
          <ac:grpSpMkLst>
            <pc:docMk/>
            <pc:sldMk cId="0" sldId="256"/>
            <ac:grpSpMk id="202" creationId="{05A53271-E53B-4DF9-B718-1968CA627834}"/>
          </ac:grpSpMkLst>
        </pc:grpChg>
        <pc:graphicFrameChg chg="add mod">
          <ac:chgData name="Noam Murciano" userId="60f7d0ff-c4f4-4b8d-ad5e-9e72d7a43f39" providerId="ADAL" clId="{136F8877-D4F1-4518-BF94-057940BD6098}" dt="2026-03-29T13:28:24.711" v="2027"/>
          <ac:graphicFrameMkLst>
            <pc:docMk/>
            <pc:sldMk cId="0" sldId="256"/>
            <ac:graphicFrameMk id="20" creationId="{2626B47F-F2C6-1400-708E-8303BEAC9AF7}"/>
          </ac:graphicFrameMkLst>
        </pc:graphicFrameChg>
        <pc:picChg chg="add del mod modCrop">
          <ac:chgData name="Noam Murciano" userId="60f7d0ff-c4f4-4b8d-ad5e-9e72d7a43f39" providerId="ADAL" clId="{136F8877-D4F1-4518-BF94-057940BD6098}" dt="2026-03-29T13:21:07.814" v="1958" actId="1076"/>
          <ac:picMkLst>
            <pc:docMk/>
            <pc:sldMk cId="0" sldId="256"/>
            <ac:picMk id="4" creationId="{783AEF95-EC91-D188-7145-D45B100DAF50}"/>
          </ac:picMkLst>
        </pc:picChg>
        <pc:picChg chg="add mod">
          <ac:chgData name="Noam Murciano" userId="60f7d0ff-c4f4-4b8d-ad5e-9e72d7a43f39" providerId="ADAL" clId="{136F8877-D4F1-4518-BF94-057940BD6098}" dt="2026-03-29T13:43:12.769" v="2162" actId="1076"/>
          <ac:picMkLst>
            <pc:docMk/>
            <pc:sldMk cId="0" sldId="256"/>
            <ac:picMk id="7" creationId="{709AE107-561B-7B17-3112-28FA17E64882}"/>
          </ac:picMkLst>
        </pc:picChg>
        <pc:picChg chg="add mod">
          <ac:chgData name="Noam Murciano" userId="60f7d0ff-c4f4-4b8d-ad5e-9e72d7a43f39" providerId="ADAL" clId="{136F8877-D4F1-4518-BF94-057940BD6098}" dt="2026-03-29T13:31:23.658" v="2054" actId="1076"/>
          <ac:picMkLst>
            <pc:docMk/>
            <pc:sldMk cId="0" sldId="256"/>
            <ac:picMk id="17" creationId="{A14D74E5-D82C-0DE9-FB70-09436403E27D}"/>
          </ac:picMkLst>
        </pc:picChg>
        <pc:picChg chg="add mod">
          <ac:chgData name="Noam Murciano" userId="60f7d0ff-c4f4-4b8d-ad5e-9e72d7a43f39" providerId="ADAL" clId="{136F8877-D4F1-4518-BF94-057940BD6098}" dt="2026-03-23T11:35:36.206" v="313" actId="164"/>
          <ac:picMkLst>
            <pc:docMk/>
            <pc:sldMk cId="0" sldId="256"/>
            <ac:picMk id="21" creationId="{39BEF363-955A-23BE-0919-C99ED8A842FB}"/>
          </ac:picMkLst>
        </pc:picChg>
        <pc:picChg chg="add mod">
          <ac:chgData name="Noam Murciano" userId="60f7d0ff-c4f4-4b8d-ad5e-9e72d7a43f39" providerId="ADAL" clId="{136F8877-D4F1-4518-BF94-057940BD6098}" dt="2026-03-23T11:35:36.206" v="313" actId="164"/>
          <ac:picMkLst>
            <pc:docMk/>
            <pc:sldMk cId="0" sldId="256"/>
            <ac:picMk id="23" creationId="{25E7CAA3-8219-7912-491F-515ED9969261}"/>
          </ac:picMkLst>
        </pc:picChg>
        <pc:picChg chg="add del mod">
          <ac:chgData name="Noam Murciano" userId="60f7d0ff-c4f4-4b8d-ad5e-9e72d7a43f39" providerId="ADAL" clId="{136F8877-D4F1-4518-BF94-057940BD6098}" dt="2026-03-29T13:26:22.811" v="2026" actId="478"/>
          <ac:picMkLst>
            <pc:docMk/>
            <pc:sldMk cId="0" sldId="256"/>
            <ac:picMk id="38" creationId="{6E10F45A-0649-9004-A721-97AF6E8634A1}"/>
          </ac:picMkLst>
        </pc:picChg>
        <pc:picChg chg="add mod">
          <ac:chgData name="Noam Murciano" userId="60f7d0ff-c4f4-4b8d-ad5e-9e72d7a43f39" providerId="ADAL" clId="{136F8877-D4F1-4518-BF94-057940BD6098}" dt="2026-03-29T13:12:55.722" v="1864" actId="1076"/>
          <ac:picMkLst>
            <pc:docMk/>
            <pc:sldMk cId="0" sldId="256"/>
            <ac:picMk id="44" creationId="{03D46F72-E163-2409-49EB-8772E9ACA984}"/>
          </ac:picMkLst>
        </pc:picChg>
        <pc:picChg chg="add mod">
          <ac:chgData name="Noam Murciano" userId="60f7d0ff-c4f4-4b8d-ad5e-9e72d7a43f39" providerId="ADAL" clId="{136F8877-D4F1-4518-BF94-057940BD6098}" dt="2026-03-29T13:31:27.320" v="2055" actId="1076"/>
          <ac:picMkLst>
            <pc:docMk/>
            <pc:sldMk cId="0" sldId="256"/>
            <ac:picMk id="51" creationId="{3BA722C2-2C94-BCEC-4509-A9B6B4A22E00}"/>
          </ac:picMkLst>
        </pc:picChg>
        <pc:picChg chg="add mod">
          <ac:chgData name="Noam Murciano" userId="60f7d0ff-c4f4-4b8d-ad5e-9e72d7a43f39" providerId="ADAL" clId="{136F8877-D4F1-4518-BF94-057940BD6098}" dt="2026-03-29T13:24:29.147" v="1997" actId="1076"/>
          <ac:picMkLst>
            <pc:docMk/>
            <pc:sldMk cId="0" sldId="256"/>
            <ac:picMk id="57" creationId="{66382484-E336-9693-1556-B697C36D7C1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24207788" y="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034030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4207788" y="3034030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140164EA-C4F4-4051-8E57-4895D8A88AA1}" type="slidenum">
              <a:rPr lang="he-IL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1332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24207788" y="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30713" y="2398713"/>
            <a:ext cx="8472487" cy="11977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273550" y="15178088"/>
            <a:ext cx="34202688" cy="143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034030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24207788" y="3034030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CC74214-9B06-4678-84F1-C99924AD2E34}" type="slidenum">
              <a:rPr lang="he-IL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11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41884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883768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25651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767535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09419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6pPr>
    <a:lvl7pPr marL="2651303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7pPr>
    <a:lvl8pPr marL="3093187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8pPr>
    <a:lvl9pPr marL="3535070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790" y="13297540"/>
            <a:ext cx="25733634" cy="91738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579" y="24254836"/>
            <a:ext cx="21192056" cy="10939998"/>
          </a:xfrm>
        </p:spPr>
        <p:txBody>
          <a:bodyPr/>
          <a:lstStyle>
            <a:lvl1pPr marL="0" indent="0" algn="ctr">
              <a:buNone/>
              <a:defRPr/>
            </a:lvl1pPr>
            <a:lvl2pPr marL="427162" indent="0" algn="ctr">
              <a:buNone/>
              <a:defRPr/>
            </a:lvl2pPr>
            <a:lvl3pPr marL="854324" indent="0" algn="ctr">
              <a:buNone/>
              <a:defRPr/>
            </a:lvl3pPr>
            <a:lvl4pPr marL="1281486" indent="0" algn="ctr">
              <a:buNone/>
              <a:defRPr/>
            </a:lvl4pPr>
            <a:lvl5pPr marL="1708648" indent="0" algn="ctr">
              <a:buNone/>
              <a:defRPr/>
            </a:lvl5pPr>
            <a:lvl6pPr marL="2135810" indent="0" algn="ctr">
              <a:buNone/>
              <a:defRPr/>
            </a:lvl6pPr>
            <a:lvl7pPr marL="2562972" indent="0" algn="ctr">
              <a:buNone/>
              <a:defRPr/>
            </a:lvl7pPr>
            <a:lvl8pPr marL="2990134" indent="0" algn="ctr">
              <a:buNone/>
              <a:defRPr/>
            </a:lvl8pPr>
            <a:lvl9pPr marL="341729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05F5D-DDFF-4009-A8D0-0BE3804E9EA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E82F4-15B9-4FA3-9360-93462D0EA91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30" y="27505697"/>
            <a:ext cx="25735118" cy="8500673"/>
          </a:xfrm>
        </p:spPr>
        <p:txBody>
          <a:bodyPr anchor="t"/>
          <a:lstStyle>
            <a:lvl1pPr algn="l">
              <a:defRPr sz="373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30" y="18141587"/>
            <a:ext cx="25735118" cy="9364110"/>
          </a:xfrm>
        </p:spPr>
        <p:txBody>
          <a:bodyPr anchor="b"/>
          <a:lstStyle>
            <a:lvl1pPr marL="0" indent="0">
              <a:buNone/>
              <a:defRPr sz="1869"/>
            </a:lvl1pPr>
            <a:lvl2pPr marL="427162" indent="0">
              <a:buNone/>
              <a:defRPr sz="1682"/>
            </a:lvl2pPr>
            <a:lvl3pPr marL="854324" indent="0">
              <a:buNone/>
              <a:defRPr sz="1495"/>
            </a:lvl3pPr>
            <a:lvl4pPr marL="1281486" indent="0">
              <a:buNone/>
              <a:defRPr sz="1308"/>
            </a:lvl4pPr>
            <a:lvl5pPr marL="1708648" indent="0">
              <a:buNone/>
              <a:defRPr sz="1308"/>
            </a:lvl5pPr>
            <a:lvl6pPr marL="2135810" indent="0">
              <a:buNone/>
              <a:defRPr sz="1308"/>
            </a:lvl6pPr>
            <a:lvl7pPr marL="2562972" indent="0">
              <a:buNone/>
              <a:defRPr sz="1308"/>
            </a:lvl7pPr>
            <a:lvl8pPr marL="2990134" indent="0">
              <a:buNone/>
              <a:defRPr sz="1308"/>
            </a:lvl8pPr>
            <a:lvl9pPr marL="3417296" indent="0">
              <a:buNone/>
              <a:defRPr sz="13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C75BD-C16A-4118-B9B8-FCBE38EC324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6723" y="12336593"/>
            <a:ext cx="12789690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08800" y="12336593"/>
            <a:ext cx="12791174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9B68F-326E-4B46-9F1D-A4FF9EF7DFB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5" y="1714289"/>
            <a:ext cx="27246505" cy="7133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355" y="9581149"/>
            <a:ext cx="13375557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355" y="13574343"/>
            <a:ext cx="13375557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370" y="9581149"/>
            <a:ext cx="13381490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370" y="13574343"/>
            <a:ext cx="13381490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F8003-1674-4DD4-AAA0-1A48AD3067C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44E04-C02F-411D-9CCE-885136C497B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EBBA2-973F-4F65-86F4-ED0DC73D5FB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4" y="1704853"/>
            <a:ext cx="9959732" cy="7251917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7473" y="1704853"/>
            <a:ext cx="16923387" cy="36531665"/>
          </a:xfrm>
        </p:spPr>
        <p:txBody>
          <a:bodyPr/>
          <a:lstStyle>
            <a:lvl1pPr>
              <a:defRPr sz="2990"/>
            </a:lvl1pPr>
            <a:lvl2pPr>
              <a:defRPr sz="2616"/>
            </a:lvl2pPr>
            <a:lvl3pPr>
              <a:defRPr sz="2242"/>
            </a:lvl3pPr>
            <a:lvl4pPr>
              <a:defRPr sz="1869"/>
            </a:lvl4pPr>
            <a:lvl5pPr>
              <a:defRPr sz="1869"/>
            </a:lvl5pPr>
            <a:lvl6pPr>
              <a:defRPr sz="1869"/>
            </a:lvl6pPr>
            <a:lvl7pPr>
              <a:defRPr sz="1869"/>
            </a:lvl7pPr>
            <a:lvl8pPr>
              <a:defRPr sz="1869"/>
            </a:lvl8pPr>
            <a:lvl9pPr>
              <a:defRPr sz="18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354" y="8956770"/>
            <a:ext cx="9959732" cy="29279749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C8723-949F-493C-9973-384D4813A9F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10" y="29962320"/>
            <a:ext cx="18164831" cy="3537098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10" y="3824910"/>
            <a:ext cx="18164831" cy="25681315"/>
          </a:xfrm>
        </p:spPr>
        <p:txBody>
          <a:bodyPr/>
          <a:lstStyle>
            <a:lvl1pPr marL="0" indent="0">
              <a:buNone/>
              <a:defRPr sz="2990"/>
            </a:lvl1pPr>
            <a:lvl2pPr marL="427162" indent="0">
              <a:buNone/>
              <a:defRPr sz="2616"/>
            </a:lvl2pPr>
            <a:lvl3pPr marL="854324" indent="0">
              <a:buNone/>
              <a:defRPr sz="2242"/>
            </a:lvl3pPr>
            <a:lvl4pPr marL="1281486" indent="0">
              <a:buNone/>
              <a:defRPr sz="1869"/>
            </a:lvl4pPr>
            <a:lvl5pPr marL="1708648" indent="0">
              <a:buNone/>
              <a:defRPr sz="1869"/>
            </a:lvl5pPr>
            <a:lvl6pPr marL="2135810" indent="0">
              <a:buNone/>
              <a:defRPr sz="1869"/>
            </a:lvl6pPr>
            <a:lvl7pPr marL="2562972" indent="0">
              <a:buNone/>
              <a:defRPr sz="1869"/>
            </a:lvl7pPr>
            <a:lvl8pPr marL="2990134" indent="0">
              <a:buNone/>
              <a:defRPr sz="1869"/>
            </a:lvl8pPr>
            <a:lvl9pPr marL="3417296" indent="0">
              <a:buNone/>
              <a:defRPr sz="1869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10" y="33499418"/>
            <a:ext cx="18164831" cy="5023340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EA1AC-921F-4740-ACD1-1CF17E4324E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764F3-D646-4175-80D0-8964BED7318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70274" y="3806037"/>
            <a:ext cx="6429700" cy="34241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6722" y="3806037"/>
            <a:ext cx="19151164" cy="34241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981A8-33AD-4B19-8B2C-05F77DB4950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6723" y="3806037"/>
            <a:ext cx="25723251" cy="713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6723" y="12336593"/>
            <a:ext cx="25723251" cy="2571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6723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l"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39434" y="39029181"/>
            <a:ext cx="9597829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ctr"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691897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rtl="0" eaLnBrk="0" hangingPunct="0">
              <a:defRPr sz="654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E1ACE27-E7B6-46EC-A855-0E5FEAF8F286}" type="slidenum">
              <a:rPr lang="he-IL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2pPr>
      <a:lvl3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3pPr>
      <a:lvl4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4pPr>
      <a:lvl5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5pPr>
      <a:lvl6pPr marL="427162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6pPr>
      <a:lvl7pPr marL="854324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7pPr>
      <a:lvl8pPr marL="1281486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8pPr>
      <a:lvl9pPr marL="1708648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9pPr>
    </p:titleStyle>
    <p:bodyStyle>
      <a:lvl1pPr marL="1747211" indent="-174721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5603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3791062" indent="-1460954" algn="l" defTabSz="4669118" rtl="0" eaLnBrk="0" fontAlgn="base" hangingPunct="0">
        <a:spcBef>
          <a:spcPct val="20000"/>
        </a:spcBef>
        <a:spcAft>
          <a:spcPct val="0"/>
        </a:spcAft>
        <a:buChar char="–"/>
        <a:defRPr sz="14201">
          <a:solidFill>
            <a:schemeClr val="tx1"/>
          </a:solidFill>
          <a:latin typeface="Arial" panose="020B0604020202020204" pitchFamily="34" charset="0"/>
        </a:defRPr>
      </a:lvl2pPr>
      <a:lvl3pPr marL="5823048" indent="-115393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1772">
          <a:solidFill>
            <a:schemeClr val="tx1"/>
          </a:solidFill>
          <a:latin typeface="Arial" panose="020B0604020202020204" pitchFamily="34" charset="0"/>
        </a:defRPr>
      </a:lvl3pPr>
      <a:lvl4pPr marL="8162057" indent="-1179145" algn="l" defTabSz="4669118" rtl="0" eaLnBrk="0" fontAlgn="base" hangingPunct="0">
        <a:spcBef>
          <a:spcPct val="20000"/>
        </a:spcBef>
        <a:spcAft>
          <a:spcPct val="0"/>
        </a:spcAft>
        <a:buChar char="–"/>
        <a:defRPr sz="9997">
          <a:solidFill>
            <a:schemeClr val="tx1"/>
          </a:solidFill>
          <a:latin typeface="Arial" panose="020B0604020202020204" pitchFamily="34" charset="0"/>
        </a:defRPr>
      </a:lvl4pPr>
      <a:lvl5pPr marL="10481784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Arial" panose="020B0604020202020204" pitchFamily="34" charset="0"/>
        </a:defRPr>
      </a:lvl5pPr>
      <a:lvl6pPr marL="10908946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6pPr>
      <a:lvl7pPr marL="11336108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7pPr>
      <a:lvl8pPr marL="11763270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8pPr>
      <a:lvl9pPr marL="12190432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1pPr>
      <a:lvl2pPr marL="42716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2pPr>
      <a:lvl3pPr marL="85432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3pPr>
      <a:lvl4pPr marL="128148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4pPr>
      <a:lvl5pPr marL="1708648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5pPr>
      <a:lvl6pPr marL="213581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6pPr>
      <a:lvl7pPr marL="256297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7pPr>
      <a:lvl8pPr marL="299013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8pPr>
      <a:lvl9pPr marL="341729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rgbClr val="9DC5E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3B3485A8-2656-453C-BF01-F88D7EADE667}"/>
              </a:ext>
            </a:extLst>
          </p:cNvPr>
          <p:cNvSpPr/>
          <p:nvPr/>
        </p:nvSpPr>
        <p:spPr bwMode="auto">
          <a:xfrm>
            <a:off x="20430000" y="9342000"/>
            <a:ext cx="9216000" cy="32443200"/>
          </a:xfrm>
          <a:prstGeom prst="rect">
            <a:avLst/>
          </a:prstGeom>
          <a:solidFill>
            <a:schemeClr val="bg1"/>
          </a:solidFill>
          <a:ln w="114300" cap="flat" cmpd="sng" algn="ctr">
            <a:solidFill>
              <a:srgbClr val="00214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4600" b="1" i="0" u="none" strike="noStrike" cap="none" normalizeH="0" baseline="0" dirty="0">
              <a:ln>
                <a:noFill/>
              </a:ln>
              <a:solidFill>
                <a:srgbClr val="003399"/>
              </a:solidFill>
              <a:effectLst/>
              <a:latin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A9C890E-D8EC-470A-BBE9-AFE8444F1977}"/>
              </a:ext>
            </a:extLst>
          </p:cNvPr>
          <p:cNvSpPr/>
          <p:nvPr/>
        </p:nvSpPr>
        <p:spPr bwMode="auto">
          <a:xfrm>
            <a:off x="10530000" y="9342000"/>
            <a:ext cx="9216000" cy="32443200"/>
          </a:xfrm>
          <a:prstGeom prst="rect">
            <a:avLst/>
          </a:prstGeom>
          <a:solidFill>
            <a:schemeClr val="bg1"/>
          </a:solidFill>
          <a:ln w="114300" cap="flat" cmpd="sng" algn="ctr">
            <a:solidFill>
              <a:srgbClr val="00214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4600" b="1" i="0" u="none" strike="noStrike" cap="none" normalizeH="0" baseline="0">
              <a:ln>
                <a:noFill/>
              </a:ln>
              <a:solidFill>
                <a:srgbClr val="003399"/>
              </a:solidFill>
              <a:effectLst/>
              <a:latin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881325-7253-4AA9-8E40-8B17A169E768}"/>
              </a:ext>
            </a:extLst>
          </p:cNvPr>
          <p:cNvSpPr/>
          <p:nvPr/>
        </p:nvSpPr>
        <p:spPr bwMode="auto">
          <a:xfrm>
            <a:off x="630000" y="9342000"/>
            <a:ext cx="9216000" cy="32443200"/>
          </a:xfrm>
          <a:prstGeom prst="rect">
            <a:avLst/>
          </a:prstGeom>
          <a:solidFill>
            <a:schemeClr val="bg1"/>
          </a:solidFill>
          <a:ln w="114300" cap="flat" cmpd="sng" algn="ctr">
            <a:solidFill>
              <a:srgbClr val="00214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4600" b="1" i="0" u="none" strike="noStrike" cap="none" normalizeH="0" baseline="0" dirty="0">
              <a:ln>
                <a:noFill/>
              </a:ln>
              <a:solidFill>
                <a:srgbClr val="003399"/>
              </a:solidFill>
              <a:effectLst/>
              <a:latin typeface="Arial" charset="0"/>
            </a:endParaRPr>
          </a:p>
        </p:txBody>
      </p:sp>
      <p:sp>
        <p:nvSpPr>
          <p:cNvPr id="10566" name="Rectangle 922"/>
          <p:cNvSpPr>
            <a:spLocks noChangeArrowheads="1"/>
          </p:cNvSpPr>
          <p:nvPr/>
        </p:nvSpPr>
        <p:spPr bwMode="auto">
          <a:xfrm>
            <a:off x="3045023" y="23296871"/>
            <a:ext cx="5766707" cy="172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rtl="0" eaLnBrk="0" hangingPunct="0"/>
            <a:r>
              <a:rPr lang="en-US" sz="22703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5" name="Rectangle 4"/>
          <p:cNvSpPr>
            <a:spLocks noChangeArrowheads="1"/>
          </p:cNvSpPr>
          <p:nvPr/>
        </p:nvSpPr>
        <p:spPr bwMode="auto">
          <a:xfrm>
            <a:off x="828000" y="10977658"/>
            <a:ext cx="8820000" cy="378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Monocular Depth Estimation (MDE) predicts depth from a single image, eliminating the need for stereo cameras or Structure-from-Motion (</a:t>
            </a:r>
            <a:r>
              <a:rPr lang="en-US" sz="3200" b="0" dirty="0" err="1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SfM</a:t>
            </a: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applied MDE to video, frame‑independent predictions cause temporal flickering and inconsistent depth.</a:t>
            </a:r>
          </a:p>
        </p:txBody>
      </p:sp>
      <p:sp>
        <p:nvSpPr>
          <p:cNvPr id="117" name="Rectangle 4"/>
          <p:cNvSpPr>
            <a:spLocks noChangeArrowheads="1"/>
          </p:cNvSpPr>
          <p:nvPr/>
        </p:nvSpPr>
        <p:spPr bwMode="auto">
          <a:xfrm>
            <a:off x="964406" y="21990026"/>
            <a:ext cx="8820000" cy="32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 a pipeline that generates temporally stable depth maps from monocular video.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Stabilizing both global scale and local temporal consistency across frames.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972428" y="25929932"/>
            <a:ext cx="8820000" cy="415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l" rtl="0">
              <a:spcBef>
                <a:spcPts val="1682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Monocular depth predictors estimate relative, not absolute, depth → results in scale changes between frames.</a:t>
            </a:r>
          </a:p>
          <a:p>
            <a:pPr marL="425679" indent="-425679" algn="l" rtl="0">
              <a:spcBef>
                <a:spcPts val="1682"/>
              </a:spcBef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objects introduce noise and destabilize the alignment across frames.</a:t>
            </a:r>
          </a:p>
          <a:p>
            <a:pPr marL="425679" indent="-425679" algn="l" rtl="0">
              <a:spcBef>
                <a:spcPts val="1682"/>
              </a:spcBef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instability disrupts downstream visualization and interpretation of depth over time.</a:t>
            </a:r>
          </a:p>
        </p:txBody>
      </p:sp>
      <p:sp>
        <p:nvSpPr>
          <p:cNvPr id="144" name="Rectangle 4"/>
          <p:cNvSpPr>
            <a:spLocks noChangeArrowheads="1"/>
          </p:cNvSpPr>
          <p:nvPr/>
        </p:nvSpPr>
        <p:spPr bwMode="auto">
          <a:xfrm>
            <a:off x="20717422" y="36397964"/>
            <a:ext cx="8641154" cy="5018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Anything V2 provides strong single‑frame depth but lacks temporal stability.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geometric alignment and temporal fusion methods both contribute significant temporal stabilization to monocular video depth.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improvements enable more reliable downstream visualization and analysis.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was implemented in Python environment.</a:t>
            </a:r>
          </a:p>
        </p:txBody>
      </p:sp>
      <p:sp>
        <p:nvSpPr>
          <p:cNvPr id="182" name="Rectangle 4"/>
          <p:cNvSpPr>
            <a:spLocks noChangeArrowheads="1"/>
          </p:cNvSpPr>
          <p:nvPr/>
        </p:nvSpPr>
        <p:spPr bwMode="auto">
          <a:xfrm>
            <a:off x="20800799" y="10680602"/>
            <a:ext cx="8474400" cy="1576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 the optimal scale, rotation, and translation via the Kabsch–Umeyama algorithm.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the resulting transformation to the full 3D point cloud.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spcBef>
                <a:spcPts val="1682"/>
              </a:spcBef>
              <a:buSzPct val="125000"/>
            </a:pPr>
            <a:r>
              <a:rPr lang="en-US" sz="320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Temporal Fusion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Warp the previous depth map into the current frame using optical flow.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 a multi‑signal reliability mask based on warp validity, photometric consistency, and forward–backward flow agreement.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morphological hole filling followed by adaptive temporal smoothing (stronger for background regions, weaker for dynamic foreground).</a:t>
            </a:r>
          </a:p>
          <a:p>
            <a:pPr marL="867563" lvl="1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1" name="Text Box 8"/>
          <p:cNvSpPr txBox="1">
            <a:spLocks noChangeArrowheads="1"/>
          </p:cNvSpPr>
          <p:nvPr/>
        </p:nvSpPr>
        <p:spPr bwMode="auto">
          <a:xfrm>
            <a:off x="964406" y="3494881"/>
            <a:ext cx="28290682" cy="327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he-IL"/>
            </a:defPPr>
            <a:lvl1pPr defTabSz="4175125" rtl="0">
              <a:defRPr sz="5500" b="1">
                <a:solidFill>
                  <a:schemeClr val="tx2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defRPr>
            </a:lvl1pPr>
          </a:lstStyle>
          <a:p>
            <a:pPr algn="ctr" defTabSz="3900819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0" dirty="0">
                <a:solidFill>
                  <a:srgbClr val="002147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Temporally Consistent Monocular Depth Estimation for Video</a:t>
            </a:r>
            <a:endParaRPr lang="en-US" sz="10000" kern="0" baseline="30000" dirty="0">
              <a:solidFill>
                <a:srgbClr val="002147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 3"/>
          <p:cNvSpPr>
            <a:spLocks noChangeArrowheads="1"/>
          </p:cNvSpPr>
          <p:nvPr/>
        </p:nvSpPr>
        <p:spPr bwMode="auto">
          <a:xfrm>
            <a:off x="1020124" y="7153200"/>
            <a:ext cx="28290682" cy="794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415" tIns="42708" rIns="85415" bIns="42708" anchor="ctr" anchorCtr="0"/>
          <a:lstStyle/>
          <a:p>
            <a:pPr algn="ctr" rtl="0">
              <a:lnSpc>
                <a:spcPct val="80000"/>
              </a:lnSpc>
              <a:spcBef>
                <a:spcPct val="20000"/>
              </a:spcBef>
            </a:pPr>
            <a:r>
              <a:rPr lang="en-US" sz="6000" dirty="0">
                <a:solidFill>
                  <a:srgbClr val="0021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Noam Murciano and Yuri Minin, Supervised by Dr. Meir Barzohar</a:t>
            </a:r>
          </a:p>
        </p:txBody>
      </p:sp>
      <p:sp>
        <p:nvSpPr>
          <p:cNvPr id="386" name="Rectangle 4"/>
          <p:cNvSpPr>
            <a:spLocks noChangeArrowheads="1"/>
          </p:cNvSpPr>
          <p:nvPr/>
        </p:nvSpPr>
        <p:spPr bwMode="auto">
          <a:xfrm>
            <a:off x="10778228" y="16960048"/>
            <a:ext cx="8820000" cy="17320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RAFT</a:t>
            </a: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(Optical Flow):</a:t>
            </a: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deep optical‑flow model predicting per‑pixel motion between consecutive frames.</a:t>
            </a: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Winner of the Best Paper Award at ECCV 2020</a:t>
            </a: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6000" lvl="1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31200" lvl="1" algn="l" rtl="0">
              <a:spcBef>
                <a:spcPts val="1682"/>
              </a:spcBef>
              <a:buSzPct val="75000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6516" indent="-457200" algn="l" rtl="0">
              <a:spcBef>
                <a:spcPts val="1682"/>
              </a:spcBef>
              <a:buSzPct val="125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6516" indent="-457200" algn="l" rtl="0">
              <a:spcBef>
                <a:spcPts val="1682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Kabsch</a:t>
            </a:r>
            <a:r>
              <a:rPr lang="en-US" sz="320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3200" dirty="0" err="1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Umeyama</a:t>
            </a:r>
            <a:r>
              <a:rPr lang="en-US" sz="320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algorithm:</a:t>
            </a:r>
          </a:p>
          <a:p>
            <a:pPr marL="788400" lvl="1" indent="-4572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Suggested in TRAPI 1991 by S. </a:t>
            </a:r>
            <a:r>
              <a:rPr lang="en-US" sz="3200" b="0" dirty="0" err="1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Umeyama</a:t>
            </a: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88400" lvl="1" indent="-4572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closed‑form method that finds the similarity transform (scale, rotation, translation) that minimizes the MSE between corresponding 3D points.</a:t>
            </a:r>
          </a:p>
          <a:p>
            <a:pPr marL="788400" lvl="1" indent="-4572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14116" indent="-424800" algn="l" rtl="0">
              <a:spcBef>
                <a:spcPts val="1682"/>
              </a:spcBef>
              <a:buSzPct val="75000"/>
              <a:buFont typeface="Wingdings" panose="05000000000000000000" pitchFamily="2" charset="2"/>
              <a:buChar char="§"/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8" name="Rectangle 4"/>
          <p:cNvSpPr>
            <a:spLocks noChangeArrowheads="1"/>
          </p:cNvSpPr>
          <p:nvPr/>
        </p:nvSpPr>
        <p:spPr bwMode="auto">
          <a:xfrm>
            <a:off x="1418400" y="20088000"/>
            <a:ext cx="7776000" cy="51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endParaRPr lang="en-US" sz="2400" b="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5" name="Rectangle 4"/>
          <p:cNvSpPr>
            <a:spLocks noChangeArrowheads="1"/>
          </p:cNvSpPr>
          <p:nvPr/>
        </p:nvSpPr>
        <p:spPr bwMode="auto">
          <a:xfrm>
            <a:off x="20912087" y="25823454"/>
            <a:ext cx="8474400" cy="402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Naive depth predictions exhibit strong frame‑to‑frame fluctuations.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stabilization pipelines reduce temporal flicker and scale drift across videos.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Fixed‑pixel depth trajectories show smoother curves with reduced high‑frequency noise.</a:t>
            </a:r>
          </a:p>
          <a:p>
            <a:pPr algn="l" rtl="0">
              <a:spcBef>
                <a:spcPts val="1682"/>
              </a:spcBef>
            </a:pPr>
            <a:endParaRPr lang="en-US" sz="3200" b="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Rectangle 4"/>
          <p:cNvSpPr>
            <a:spLocks noChangeArrowheads="1"/>
          </p:cNvSpPr>
          <p:nvPr/>
        </p:nvSpPr>
        <p:spPr bwMode="auto">
          <a:xfrm>
            <a:off x="26186606" y="41899681"/>
            <a:ext cx="3280263" cy="615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algn="l" rtl="0">
              <a:spcBef>
                <a:spcPts val="1682"/>
              </a:spcBef>
              <a:buSzPct val="125000"/>
            </a:pPr>
            <a:r>
              <a:rPr lang="en-US" sz="299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March 2026</a:t>
            </a:r>
          </a:p>
        </p:txBody>
      </p:sp>
      <p:pic>
        <p:nvPicPr>
          <p:cNvPr id="134" name="Picture 1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8438" y="599281"/>
            <a:ext cx="4130968" cy="1862120"/>
          </a:xfrm>
          <a:prstGeom prst="rect">
            <a:avLst/>
          </a:prstGeom>
          <a:noFill/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9AB3F6F-DF09-4A5A-A189-F82C77E5ACA7}"/>
              </a:ext>
            </a:extLst>
          </p:cNvPr>
          <p:cNvGrpSpPr/>
          <p:nvPr/>
        </p:nvGrpSpPr>
        <p:grpSpPr>
          <a:xfrm>
            <a:off x="252000" y="9647388"/>
            <a:ext cx="9334800" cy="1111919"/>
            <a:chOff x="205200" y="9647388"/>
            <a:chExt cx="9334800" cy="1111919"/>
          </a:xfrm>
        </p:grpSpPr>
        <p:sp>
          <p:nvSpPr>
            <p:cNvPr id="136" name="Isosceles Triangle 135">
              <a:extLst>
                <a:ext uri="{FF2B5EF4-FFF2-40B4-BE49-F238E27FC236}">
                  <a16:creationId xmlns:a16="http://schemas.microsoft.com/office/drawing/2014/main" id="{947EB825-1BAE-4D15-8236-855DA347AEA9}"/>
                </a:ext>
              </a:extLst>
            </p:cNvPr>
            <p:cNvSpPr/>
            <p:nvPr/>
          </p:nvSpPr>
          <p:spPr>
            <a:xfrm rot="16200000">
              <a:off x="259200" y="10489307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tlCol="0" anchor="ctr"/>
            <a:lstStyle/>
            <a:p>
              <a:pPr algn="ctr"/>
              <a:endParaRPr lang="en-US" sz="4400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A89B3A7-EE3B-4076-98C5-4D519FBC1545}"/>
                </a:ext>
              </a:extLst>
            </p:cNvPr>
            <p:cNvSpPr/>
            <p:nvPr/>
          </p:nvSpPr>
          <p:spPr>
            <a:xfrm>
              <a:off x="208800" y="9647388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		     </a:t>
              </a:r>
              <a:r>
                <a:rPr lang="en-US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B5BFA466-96E4-4EEF-9075-9A43E5B786FE}"/>
                </a:ext>
              </a:extLst>
            </p:cNvPr>
            <p:cNvSpPr>
              <a:spLocks noChangeAspect="1"/>
            </p:cNvSpPr>
            <p:nvPr/>
          </p:nvSpPr>
          <p:spPr bwMode="auto">
            <a:xfrm rot="2700000">
              <a:off x="8892000" y="9774000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8000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4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1CD049-D192-434B-B5B2-08FA3D18475C}"/>
              </a:ext>
            </a:extLst>
          </p:cNvPr>
          <p:cNvGrpSpPr/>
          <p:nvPr/>
        </p:nvGrpSpPr>
        <p:grpSpPr>
          <a:xfrm>
            <a:off x="817200" y="20713332"/>
            <a:ext cx="9334800" cy="1111919"/>
            <a:chOff x="900000" y="20628000"/>
            <a:chExt cx="9334800" cy="1111919"/>
          </a:xfrm>
        </p:grpSpPr>
        <p:sp>
          <p:nvSpPr>
            <p:cNvPr id="160" name="Isosceles Triangle 159">
              <a:extLst>
                <a:ext uri="{FF2B5EF4-FFF2-40B4-BE49-F238E27FC236}">
                  <a16:creationId xmlns:a16="http://schemas.microsoft.com/office/drawing/2014/main" id="{38AEAD6F-F247-4CF5-B573-42FE701936B1}"/>
                </a:ext>
              </a:extLst>
            </p:cNvPr>
            <p:cNvSpPr/>
            <p:nvPr/>
          </p:nvSpPr>
          <p:spPr>
            <a:xfrm rot="5400000" flipH="1">
              <a:off x="9964800" y="21469919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D99365FA-693E-4D90-82C2-C990F053257A}"/>
                </a:ext>
              </a:extLst>
            </p:cNvPr>
            <p:cNvSpPr/>
            <p:nvPr/>
          </p:nvSpPr>
          <p:spPr>
            <a:xfrm flipH="1">
              <a:off x="1234711" y="20628000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		     </a:t>
              </a:r>
              <a:r>
                <a:rPr lang="en-US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Goals</a:t>
              </a:r>
            </a:p>
          </p:txBody>
        </p:sp>
        <p:sp>
          <p:nvSpPr>
            <p:cNvPr id="162" name="Right Triangle 161">
              <a:extLst>
                <a:ext uri="{FF2B5EF4-FFF2-40B4-BE49-F238E27FC236}">
                  <a16:creationId xmlns:a16="http://schemas.microsoft.com/office/drawing/2014/main" id="{EBEFA8D7-8D29-4BFE-97A5-1B3D6D4FA57D}"/>
                </a:ext>
              </a:extLst>
            </p:cNvPr>
            <p:cNvSpPr>
              <a:spLocks noChangeAspect="1"/>
            </p:cNvSpPr>
            <p:nvPr/>
          </p:nvSpPr>
          <p:spPr bwMode="auto">
            <a:xfrm rot="18900000" flipH="1">
              <a:off x="900000" y="20754612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6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18313FB-6B2E-43EA-9E9A-760888B499D8}"/>
              </a:ext>
            </a:extLst>
          </p:cNvPr>
          <p:cNvGrpSpPr/>
          <p:nvPr/>
        </p:nvGrpSpPr>
        <p:grpSpPr>
          <a:xfrm>
            <a:off x="252000" y="24711535"/>
            <a:ext cx="9334800" cy="1111919"/>
            <a:chOff x="205200" y="9647388"/>
            <a:chExt cx="9334800" cy="1111919"/>
          </a:xfrm>
        </p:grpSpPr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40DD19DA-2D68-4D54-BFBB-E5800CB8D5CE}"/>
                </a:ext>
              </a:extLst>
            </p:cNvPr>
            <p:cNvSpPr/>
            <p:nvPr/>
          </p:nvSpPr>
          <p:spPr>
            <a:xfrm rot="16200000">
              <a:off x="259200" y="10489307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tlCol="0" anchor="ctr"/>
            <a:lstStyle/>
            <a:p>
              <a:pPr algn="ctr"/>
              <a:endParaRPr lang="en-US" sz="440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58018632-A7B0-44BF-9613-53ECFF1C8E84}"/>
                </a:ext>
              </a:extLst>
            </p:cNvPr>
            <p:cNvSpPr/>
            <p:nvPr/>
          </p:nvSpPr>
          <p:spPr>
            <a:xfrm>
              <a:off x="205289" y="9647388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		     </a:t>
              </a:r>
              <a:r>
                <a:rPr lang="en-US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Challenges</a:t>
              </a:r>
            </a:p>
          </p:txBody>
        </p:sp>
        <p:sp>
          <p:nvSpPr>
            <p:cNvPr id="171" name="Right Triangle 170">
              <a:extLst>
                <a:ext uri="{FF2B5EF4-FFF2-40B4-BE49-F238E27FC236}">
                  <a16:creationId xmlns:a16="http://schemas.microsoft.com/office/drawing/2014/main" id="{79037E00-1226-4F1A-8596-897624E3D1DD}"/>
                </a:ext>
              </a:extLst>
            </p:cNvPr>
            <p:cNvSpPr>
              <a:spLocks noChangeAspect="1"/>
            </p:cNvSpPr>
            <p:nvPr/>
          </p:nvSpPr>
          <p:spPr bwMode="auto">
            <a:xfrm rot="2700000">
              <a:off x="8892000" y="9774000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8000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4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D37DC1-48B5-4D3F-9412-9E362CF01611}"/>
              </a:ext>
            </a:extLst>
          </p:cNvPr>
          <p:cNvGrpSpPr/>
          <p:nvPr/>
        </p:nvGrpSpPr>
        <p:grpSpPr>
          <a:xfrm>
            <a:off x="10152000" y="9647388"/>
            <a:ext cx="9334800" cy="1111919"/>
            <a:chOff x="10152000" y="9647388"/>
            <a:chExt cx="9334800" cy="1111919"/>
          </a:xfrm>
        </p:grpSpPr>
        <p:sp>
          <p:nvSpPr>
            <p:cNvPr id="177" name="Isosceles Triangle 176">
              <a:extLst>
                <a:ext uri="{FF2B5EF4-FFF2-40B4-BE49-F238E27FC236}">
                  <a16:creationId xmlns:a16="http://schemas.microsoft.com/office/drawing/2014/main" id="{BCB59A9E-39B0-4C0D-B9E9-E021DEAE7412}"/>
                </a:ext>
              </a:extLst>
            </p:cNvPr>
            <p:cNvSpPr/>
            <p:nvPr/>
          </p:nvSpPr>
          <p:spPr>
            <a:xfrm rot="16200000">
              <a:off x="10206000" y="10489307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/>
            <a:p>
              <a:pPr algn="ctr"/>
              <a:endParaRPr lang="en-US" sz="4400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6B84B680-30CA-4A9A-B12B-98624A315420}"/>
                </a:ext>
              </a:extLst>
            </p:cNvPr>
            <p:cNvSpPr/>
            <p:nvPr/>
          </p:nvSpPr>
          <p:spPr>
            <a:xfrm>
              <a:off x="10152089" y="9647388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The Basic Depth Model</a:t>
              </a:r>
            </a:p>
          </p:txBody>
        </p:sp>
        <p:sp>
          <p:nvSpPr>
            <p:cNvPr id="179" name="Right Triangle 178">
              <a:extLst>
                <a:ext uri="{FF2B5EF4-FFF2-40B4-BE49-F238E27FC236}">
                  <a16:creationId xmlns:a16="http://schemas.microsoft.com/office/drawing/2014/main" id="{4C80ADA8-A7FF-4F03-BEC0-6888570463D2}"/>
                </a:ext>
              </a:extLst>
            </p:cNvPr>
            <p:cNvSpPr>
              <a:spLocks noChangeAspect="1"/>
            </p:cNvSpPr>
            <p:nvPr/>
          </p:nvSpPr>
          <p:spPr bwMode="auto">
            <a:xfrm rot="2700000">
              <a:off x="18838800" y="9774000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8000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4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0D5D8E0-F178-4D6F-86EF-C08C6234A37D}"/>
              </a:ext>
            </a:extLst>
          </p:cNvPr>
          <p:cNvGrpSpPr/>
          <p:nvPr/>
        </p:nvGrpSpPr>
        <p:grpSpPr>
          <a:xfrm>
            <a:off x="10724399" y="15691936"/>
            <a:ext cx="9334800" cy="1111919"/>
            <a:chOff x="900000" y="20628000"/>
            <a:chExt cx="9334800" cy="1111919"/>
          </a:xfrm>
        </p:grpSpPr>
        <p:sp>
          <p:nvSpPr>
            <p:cNvPr id="183" name="Isosceles Triangle 182">
              <a:extLst>
                <a:ext uri="{FF2B5EF4-FFF2-40B4-BE49-F238E27FC236}">
                  <a16:creationId xmlns:a16="http://schemas.microsoft.com/office/drawing/2014/main" id="{429C7D62-5C15-4335-AE34-3DD5C61C6994}"/>
                </a:ext>
              </a:extLst>
            </p:cNvPr>
            <p:cNvSpPr/>
            <p:nvPr/>
          </p:nvSpPr>
          <p:spPr>
            <a:xfrm rot="5400000" flipH="1">
              <a:off x="9964800" y="21469919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FA0D68E1-5088-47D8-848B-43DED6224FEB}"/>
                </a:ext>
              </a:extLst>
            </p:cNvPr>
            <p:cNvSpPr/>
            <p:nvPr/>
          </p:nvSpPr>
          <p:spPr>
            <a:xfrm flipH="1">
              <a:off x="1234711" y="20628000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		     Tools</a:t>
              </a:r>
              <a:endParaRPr lang="en-US" sz="4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Right Triangle 184">
              <a:extLst>
                <a:ext uri="{FF2B5EF4-FFF2-40B4-BE49-F238E27FC236}">
                  <a16:creationId xmlns:a16="http://schemas.microsoft.com/office/drawing/2014/main" id="{8A368720-698A-4ABC-9FB5-8608906BF98A}"/>
                </a:ext>
              </a:extLst>
            </p:cNvPr>
            <p:cNvSpPr>
              <a:spLocks noChangeAspect="1"/>
            </p:cNvSpPr>
            <p:nvPr/>
          </p:nvSpPr>
          <p:spPr bwMode="auto">
            <a:xfrm rot="18900000" flipH="1">
              <a:off x="900000" y="20754612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6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5A53271-E53B-4DF9-B718-1968CA627834}"/>
              </a:ext>
            </a:extLst>
          </p:cNvPr>
          <p:cNvGrpSpPr/>
          <p:nvPr/>
        </p:nvGrpSpPr>
        <p:grpSpPr>
          <a:xfrm>
            <a:off x="20700000" y="35183146"/>
            <a:ext cx="9334800" cy="1111919"/>
            <a:chOff x="900000" y="20628000"/>
            <a:chExt cx="9334800" cy="1111919"/>
          </a:xfrm>
        </p:grpSpPr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B10EF063-9657-4310-AF1A-7F8307414355}"/>
                </a:ext>
              </a:extLst>
            </p:cNvPr>
            <p:cNvSpPr/>
            <p:nvPr/>
          </p:nvSpPr>
          <p:spPr>
            <a:xfrm rot="5400000" flipH="1">
              <a:off x="9964800" y="21469919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5552D13-28B0-47C4-B499-1DF4DDFF6186}"/>
                </a:ext>
              </a:extLst>
            </p:cNvPr>
            <p:cNvSpPr/>
            <p:nvPr/>
          </p:nvSpPr>
          <p:spPr>
            <a:xfrm flipH="1">
              <a:off x="1234711" y="20628000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		     Conclusions</a:t>
              </a:r>
              <a:endParaRPr lang="en-US" sz="4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Right Triangle 204">
              <a:extLst>
                <a:ext uri="{FF2B5EF4-FFF2-40B4-BE49-F238E27FC236}">
                  <a16:creationId xmlns:a16="http://schemas.microsoft.com/office/drawing/2014/main" id="{6C490C56-888A-4006-B1DB-9D66E22D4471}"/>
                </a:ext>
              </a:extLst>
            </p:cNvPr>
            <p:cNvSpPr>
              <a:spLocks noChangeAspect="1"/>
            </p:cNvSpPr>
            <p:nvPr/>
          </p:nvSpPr>
          <p:spPr bwMode="auto">
            <a:xfrm rot="18900000" flipH="1">
              <a:off x="900000" y="20754612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6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66379B6-D05D-45DC-80F7-371C7EA57647}"/>
              </a:ext>
            </a:extLst>
          </p:cNvPr>
          <p:cNvGrpSpPr/>
          <p:nvPr/>
        </p:nvGrpSpPr>
        <p:grpSpPr>
          <a:xfrm>
            <a:off x="20052000" y="9648000"/>
            <a:ext cx="9334800" cy="1111919"/>
            <a:chOff x="10152000" y="9647388"/>
            <a:chExt cx="9334800" cy="1111919"/>
          </a:xfrm>
        </p:grpSpPr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498D1A8C-B8B5-490E-95A7-9EA5571E9E6F}"/>
                </a:ext>
              </a:extLst>
            </p:cNvPr>
            <p:cNvSpPr/>
            <p:nvPr/>
          </p:nvSpPr>
          <p:spPr>
            <a:xfrm rot="16200000">
              <a:off x="10206000" y="10489307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tlCol="0" anchor="ctr"/>
            <a:lstStyle/>
            <a:p>
              <a:pPr algn="ctr"/>
              <a:endParaRPr lang="en-US" sz="440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398566D-9C10-4732-93CC-A891BD7D6F79}"/>
                </a:ext>
              </a:extLst>
            </p:cNvPr>
            <p:cNvSpPr/>
            <p:nvPr/>
          </p:nvSpPr>
          <p:spPr>
            <a:xfrm>
              <a:off x="10152089" y="9647388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		    Chosen Solutions</a:t>
              </a:r>
              <a:endParaRPr lang="en-US" sz="4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Right Triangle 162">
              <a:extLst>
                <a:ext uri="{FF2B5EF4-FFF2-40B4-BE49-F238E27FC236}">
                  <a16:creationId xmlns:a16="http://schemas.microsoft.com/office/drawing/2014/main" id="{8BCCCF1D-CE44-4282-935B-98E9B0B7229B}"/>
                </a:ext>
              </a:extLst>
            </p:cNvPr>
            <p:cNvSpPr>
              <a:spLocks noChangeAspect="1"/>
            </p:cNvSpPr>
            <p:nvPr/>
          </p:nvSpPr>
          <p:spPr bwMode="auto">
            <a:xfrm rot="2700000">
              <a:off x="18838800" y="9774000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8000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4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5D37DC1-48B5-4D3F-9412-9E362CF01611}"/>
              </a:ext>
            </a:extLst>
          </p:cNvPr>
          <p:cNvGrpSpPr/>
          <p:nvPr/>
        </p:nvGrpSpPr>
        <p:grpSpPr>
          <a:xfrm>
            <a:off x="20082634" y="24818013"/>
            <a:ext cx="9334800" cy="1111919"/>
            <a:chOff x="10152000" y="9647388"/>
            <a:chExt cx="9334800" cy="1111919"/>
          </a:xfrm>
        </p:grpSpPr>
        <p:sp>
          <p:nvSpPr>
            <p:cNvPr id="166" name="Isosceles Triangle 165">
              <a:extLst>
                <a:ext uri="{FF2B5EF4-FFF2-40B4-BE49-F238E27FC236}">
                  <a16:creationId xmlns:a16="http://schemas.microsoft.com/office/drawing/2014/main" id="{BCB59A9E-39B0-4C0D-B9E9-E021DEAE7412}"/>
                </a:ext>
              </a:extLst>
            </p:cNvPr>
            <p:cNvSpPr/>
            <p:nvPr/>
          </p:nvSpPr>
          <p:spPr>
            <a:xfrm rot="16200000">
              <a:off x="10206000" y="10489307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tlCol="0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41884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883768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25651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767535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09419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651303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093187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535070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4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B84B680-30CA-4A9A-B12B-98624A315420}"/>
                </a:ext>
              </a:extLst>
            </p:cNvPr>
            <p:cNvSpPr/>
            <p:nvPr/>
          </p:nvSpPr>
          <p:spPr>
            <a:xfrm>
              <a:off x="10152089" y="9647388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41884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883768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25651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767535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09419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651303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093187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535070" algn="r" defTabSz="883768" rtl="1" eaLnBrk="1" latinLnBrk="0" hangingPunct="1">
                <a:defRPr sz="4446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		     Results</a:t>
              </a:r>
              <a:endParaRPr lang="en-US" sz="4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Right Triangle 171">
              <a:extLst>
                <a:ext uri="{FF2B5EF4-FFF2-40B4-BE49-F238E27FC236}">
                  <a16:creationId xmlns:a16="http://schemas.microsoft.com/office/drawing/2014/main" id="{4C80ADA8-A7FF-4F03-BEC0-6888570463D2}"/>
                </a:ext>
              </a:extLst>
            </p:cNvPr>
            <p:cNvSpPr>
              <a:spLocks noChangeAspect="1"/>
            </p:cNvSpPr>
            <p:nvPr/>
          </p:nvSpPr>
          <p:spPr bwMode="auto">
            <a:xfrm rot="2700000">
              <a:off x="18838800" y="9774000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8000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41884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883768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25651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767535" algn="r" rtl="1" fontAlgn="base">
                <a:spcBef>
                  <a:spcPct val="0"/>
                </a:spcBef>
                <a:spcAft>
                  <a:spcPct val="0"/>
                </a:spcAft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09419" algn="r" defTabSz="883768" rtl="1" eaLnBrk="1" latinLnBrk="0" hangingPunct="1"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651303" algn="r" defTabSz="883768" rtl="1" eaLnBrk="1" latinLnBrk="0" hangingPunct="1"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093187" algn="r" defTabSz="883768" rtl="1" eaLnBrk="1" latinLnBrk="0" hangingPunct="1"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535070" algn="r" defTabSz="883768" rtl="1" eaLnBrk="1" latinLnBrk="0" hangingPunct="1">
                <a:defRPr sz="4446" b="1" kern="1200">
                  <a:solidFill>
                    <a:srgbClr val="003399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4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176" name="Picture 175" descr="A picture containing qr code&#10;&#10;Description automatically generated">
            <a:extLst>
              <a:ext uri="{FF2B5EF4-FFF2-40B4-BE49-F238E27FC236}">
                <a16:creationId xmlns:a16="http://schemas.microsoft.com/office/drawing/2014/main" id="{3ECE34FC-CB16-43BF-A2A8-4E87A488BC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2400" y="-39600"/>
            <a:ext cx="4614787" cy="3077140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FEDBFBF8-B4A9-4C60-B2CA-19E62AF40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2400" y="720000"/>
            <a:ext cx="8239920" cy="1618879"/>
          </a:xfrm>
          <a:prstGeom prst="rect">
            <a:avLst/>
          </a:prstGeom>
        </p:spPr>
      </p:pic>
      <p:grpSp>
        <p:nvGrpSpPr>
          <p:cNvPr id="24" name="קבוצה 23">
            <a:extLst>
              <a:ext uri="{FF2B5EF4-FFF2-40B4-BE49-F238E27FC236}">
                <a16:creationId xmlns:a16="http://schemas.microsoft.com/office/drawing/2014/main" id="{34511CDF-8E74-DF02-0A62-01861F64743C}"/>
              </a:ext>
            </a:extLst>
          </p:cNvPr>
          <p:cNvGrpSpPr/>
          <p:nvPr/>
        </p:nvGrpSpPr>
        <p:grpSpPr>
          <a:xfrm>
            <a:off x="1164829" y="30229887"/>
            <a:ext cx="8000639" cy="10898009"/>
            <a:chOff x="1770023" y="31191336"/>
            <a:chExt cx="6639852" cy="9086396"/>
          </a:xfrm>
        </p:grpSpPr>
        <p:pic>
          <p:nvPicPr>
            <p:cNvPr id="21" name="תמונה 20">
              <a:extLst>
                <a:ext uri="{FF2B5EF4-FFF2-40B4-BE49-F238E27FC236}">
                  <a16:creationId xmlns:a16="http://schemas.microsoft.com/office/drawing/2014/main" id="{39BEF363-955A-23BE-0919-C99ED8A84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9550" y="31191336"/>
              <a:ext cx="6630325" cy="4525006"/>
            </a:xfrm>
            <a:prstGeom prst="rect">
              <a:avLst/>
            </a:prstGeom>
          </p:spPr>
        </p:pic>
        <p:pic>
          <p:nvPicPr>
            <p:cNvPr id="23" name="תמונה 22">
              <a:extLst>
                <a:ext uri="{FF2B5EF4-FFF2-40B4-BE49-F238E27FC236}">
                  <a16:creationId xmlns:a16="http://schemas.microsoft.com/office/drawing/2014/main" id="{25E7CAA3-8219-7912-491F-515ED9969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0023" y="35752726"/>
              <a:ext cx="6639852" cy="4525006"/>
            </a:xfrm>
            <a:prstGeom prst="rect">
              <a:avLst/>
            </a:prstGeom>
          </p:spPr>
        </p:pic>
      </p:grpSp>
      <p:sp>
        <p:nvSpPr>
          <p:cNvPr id="31" name="Rectangle 4">
            <a:extLst>
              <a:ext uri="{FF2B5EF4-FFF2-40B4-BE49-F238E27FC236}">
                <a16:creationId xmlns:a16="http://schemas.microsoft.com/office/drawing/2014/main" id="{A5555E8D-43E0-E43A-D11B-9C5D9C132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44" y="41026421"/>
            <a:ext cx="8478682" cy="51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rtl="0">
              <a:spcBef>
                <a:spcPts val="1682"/>
              </a:spcBef>
            </a:pPr>
            <a:r>
              <a:rPr lang="en-US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maps of consecutive frames</a:t>
            </a: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AF2BBED6-8D42-8157-B0E1-69FFAC55F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3289" y="10778155"/>
            <a:ext cx="8820000" cy="5169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/>
          <a:p>
            <a:pPr algn="l" rtl="0">
              <a:spcBef>
                <a:spcPts val="1682"/>
              </a:spcBef>
              <a:buSzPct val="125000"/>
            </a:pPr>
            <a:r>
              <a:rPr lang="en-US" sz="320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Anything V2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State-of-the-art monocular depth model.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Architecture: </a:t>
            </a:r>
            <a:r>
              <a:rPr lang="en-US" sz="3200" b="0" dirty="0" err="1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</a:t>
            </a: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encoder (DINOv2) + DPT decoder, producing high‑quality single‑image depth maps.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Training: Large‑scale distillation using pseudo‑labels on millions of images, combining synthetic accuracy with real‑world diversity.</a:t>
            </a:r>
          </a:p>
        </p:txBody>
      </p:sp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40BDE21E-E28B-5460-545A-91766D67DD46}"/>
              </a:ext>
            </a:extLst>
          </p:cNvPr>
          <p:cNvGrpSpPr/>
          <p:nvPr/>
        </p:nvGrpSpPr>
        <p:grpSpPr>
          <a:xfrm>
            <a:off x="10914050" y="20054204"/>
            <a:ext cx="8478682" cy="4903672"/>
            <a:chOff x="10926124" y="25977609"/>
            <a:chExt cx="8478682" cy="4903672"/>
          </a:xfrm>
        </p:grpSpPr>
        <p:pic>
          <p:nvPicPr>
            <p:cNvPr id="44" name="תמונה 43">
              <a:extLst>
                <a:ext uri="{FF2B5EF4-FFF2-40B4-BE49-F238E27FC236}">
                  <a16:creationId xmlns:a16="http://schemas.microsoft.com/office/drawing/2014/main" id="{03D46F72-E163-2409-49EB-8772E9ACA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70163" y="25977609"/>
              <a:ext cx="5867194" cy="4400396"/>
            </a:xfrm>
            <a:prstGeom prst="rect">
              <a:avLst/>
            </a:prstGeom>
          </p:spPr>
        </p:pic>
        <p:sp>
          <p:nvSpPr>
            <p:cNvPr id="45" name="Rectangle 4">
              <a:extLst>
                <a:ext uri="{FF2B5EF4-FFF2-40B4-BE49-F238E27FC236}">
                  <a16:creationId xmlns:a16="http://schemas.microsoft.com/office/drawing/2014/main" id="{1C791B29-93E2-E2EC-4059-B39FB5BDB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6124" y="30362881"/>
              <a:ext cx="8478682" cy="51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rtl="0">
                <a:spcBef>
                  <a:spcPts val="1682"/>
                </a:spcBef>
              </a:pPr>
              <a:r>
                <a:rPr lang="en-US" sz="2400" b="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Flow Vectors</a:t>
              </a:r>
            </a:p>
          </p:txBody>
        </p:sp>
      </p:grp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1BA2642B-5347-908D-2D81-AF98550CA414}"/>
              </a:ext>
            </a:extLst>
          </p:cNvPr>
          <p:cNvGrpSpPr/>
          <p:nvPr/>
        </p:nvGrpSpPr>
        <p:grpSpPr>
          <a:xfrm>
            <a:off x="10873687" y="28839872"/>
            <a:ext cx="8478682" cy="5912453"/>
            <a:chOff x="10977760" y="28155585"/>
            <a:chExt cx="8478682" cy="5912453"/>
          </a:xfrm>
        </p:grpSpPr>
        <p:pic>
          <p:nvPicPr>
            <p:cNvPr id="4" name="תמונה 3">
              <a:extLst>
                <a:ext uri="{FF2B5EF4-FFF2-40B4-BE49-F238E27FC236}">
                  <a16:creationId xmlns:a16="http://schemas.microsoft.com/office/drawing/2014/main" id="{783AEF95-EC91-D188-7145-D45B100DA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661"/>
            <a:stretch>
              <a:fillRect/>
            </a:stretch>
          </p:blipFill>
          <p:spPr>
            <a:xfrm>
              <a:off x="12323870" y="28155585"/>
              <a:ext cx="5826828" cy="5306178"/>
            </a:xfrm>
            <a:prstGeom prst="rect">
              <a:avLst/>
            </a:prstGeom>
          </p:spPr>
        </p:pic>
        <p:sp>
          <p:nvSpPr>
            <p:cNvPr id="46" name="Rectangle 4">
              <a:extLst>
                <a:ext uri="{FF2B5EF4-FFF2-40B4-BE49-F238E27FC236}">
                  <a16:creationId xmlns:a16="http://schemas.microsoft.com/office/drawing/2014/main" id="{7C22EB41-9E7B-FB1D-0E4B-9C30F9EB4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7760" y="33549638"/>
              <a:ext cx="8478682" cy="51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rtl="0">
                <a:spcBef>
                  <a:spcPts val="1682"/>
                </a:spcBef>
              </a:pPr>
              <a:r>
                <a:rPr lang="en-US" sz="2400" b="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Set of points before and after similarity transform</a:t>
              </a:r>
            </a:p>
          </p:txBody>
        </p:sp>
      </p:grpSp>
      <p:grpSp>
        <p:nvGrpSpPr>
          <p:cNvPr id="55" name="קבוצה 54">
            <a:extLst>
              <a:ext uri="{FF2B5EF4-FFF2-40B4-BE49-F238E27FC236}">
                <a16:creationId xmlns:a16="http://schemas.microsoft.com/office/drawing/2014/main" id="{C905216D-FE36-3751-2A69-FA76530C9F42}"/>
              </a:ext>
            </a:extLst>
          </p:cNvPr>
          <p:cNvGrpSpPr/>
          <p:nvPr/>
        </p:nvGrpSpPr>
        <p:grpSpPr>
          <a:xfrm>
            <a:off x="20510693" y="13517742"/>
            <a:ext cx="8987082" cy="11167669"/>
            <a:chOff x="-1383674" y="10475931"/>
            <a:chExt cx="8987082" cy="11167669"/>
          </a:xfrm>
        </p:grpSpPr>
        <p:pic>
          <p:nvPicPr>
            <p:cNvPr id="51" name="תמונה 50">
              <a:extLst>
                <a:ext uri="{FF2B5EF4-FFF2-40B4-BE49-F238E27FC236}">
                  <a16:creationId xmlns:a16="http://schemas.microsoft.com/office/drawing/2014/main" id="{3BA722C2-2C94-BCEC-4509-A9B6B4A22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89599" y="10475931"/>
              <a:ext cx="8793007" cy="1774798"/>
            </a:xfrm>
            <a:prstGeom prst="rect">
              <a:avLst/>
            </a:prstGeom>
          </p:spPr>
        </p:pic>
        <p:sp>
          <p:nvSpPr>
            <p:cNvPr id="52" name="Rectangle 4">
              <a:extLst>
                <a:ext uri="{FF2B5EF4-FFF2-40B4-BE49-F238E27FC236}">
                  <a16:creationId xmlns:a16="http://schemas.microsoft.com/office/drawing/2014/main" id="{AC2B0558-2573-081B-F9AD-B8ED6EE35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83674" y="12124131"/>
              <a:ext cx="8478682" cy="51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rtl="0">
                <a:spcBef>
                  <a:spcPts val="1682"/>
                </a:spcBef>
              </a:pPr>
              <a:r>
                <a:rPr lang="en-US" sz="2400" b="0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Geometric Alignment pipeline</a:t>
              </a:r>
            </a:p>
          </p:txBody>
        </p:sp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8AA6E509-0346-A0D8-F80B-0316EC5AE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97850" y="21125200"/>
              <a:ext cx="8478682" cy="51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rtl="0">
                <a:spcBef>
                  <a:spcPts val="1682"/>
                </a:spcBef>
              </a:pPr>
              <a:r>
                <a:rPr lang="en-US" sz="2400" b="0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Temporal Fusion pipeline</a:t>
              </a:r>
            </a:p>
          </p:txBody>
        </p:sp>
      </p:grpSp>
      <p:grpSp>
        <p:nvGrpSpPr>
          <p:cNvPr id="19" name="קבוצה 18">
            <a:extLst>
              <a:ext uri="{FF2B5EF4-FFF2-40B4-BE49-F238E27FC236}">
                <a16:creationId xmlns:a16="http://schemas.microsoft.com/office/drawing/2014/main" id="{122FB97A-E7D6-F0B3-B3A7-97CA5773F1F2}"/>
              </a:ext>
            </a:extLst>
          </p:cNvPr>
          <p:cNvGrpSpPr/>
          <p:nvPr/>
        </p:nvGrpSpPr>
        <p:grpSpPr>
          <a:xfrm>
            <a:off x="20921358" y="29490516"/>
            <a:ext cx="8478682" cy="5487670"/>
            <a:chOff x="20896531" y="30622081"/>
            <a:chExt cx="8478682" cy="5487670"/>
          </a:xfrm>
        </p:grpSpPr>
        <p:sp>
          <p:nvSpPr>
            <p:cNvPr id="119" name="Rectangle 4"/>
            <p:cNvSpPr>
              <a:spLocks noChangeArrowheads="1"/>
            </p:cNvSpPr>
            <p:nvPr/>
          </p:nvSpPr>
          <p:spPr bwMode="auto">
            <a:xfrm>
              <a:off x="20896531" y="35591351"/>
              <a:ext cx="8478682" cy="51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rtl="0">
                <a:spcBef>
                  <a:spcPts val="1682"/>
                </a:spcBef>
              </a:pPr>
              <a:r>
                <a:rPr lang="en-US" sz="2400" b="0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Depth stability over time</a:t>
              </a:r>
            </a:p>
          </p:txBody>
        </p:sp>
        <p:pic>
          <p:nvPicPr>
            <p:cNvPr id="57" name="תמונה 56">
              <a:extLst>
                <a:ext uri="{FF2B5EF4-FFF2-40B4-BE49-F238E27FC236}">
                  <a16:creationId xmlns:a16="http://schemas.microsoft.com/office/drawing/2014/main" id="{66382484-E336-9693-1556-B697C36D7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56072" y="30622081"/>
              <a:ext cx="6485963" cy="4854789"/>
            </a:xfrm>
            <a:prstGeom prst="rect">
              <a:avLst/>
            </a:prstGeom>
          </p:spPr>
        </p:pic>
      </p:grpSp>
      <p:grpSp>
        <p:nvGrpSpPr>
          <p:cNvPr id="26" name="קבוצה 25">
            <a:extLst>
              <a:ext uri="{FF2B5EF4-FFF2-40B4-BE49-F238E27FC236}">
                <a16:creationId xmlns:a16="http://schemas.microsoft.com/office/drawing/2014/main" id="{B51963BB-F845-B0A7-A0CE-D29CA51FFAF0}"/>
              </a:ext>
            </a:extLst>
          </p:cNvPr>
          <p:cNvGrpSpPr/>
          <p:nvPr/>
        </p:nvGrpSpPr>
        <p:grpSpPr>
          <a:xfrm>
            <a:off x="964406" y="15017335"/>
            <a:ext cx="8478682" cy="5418840"/>
            <a:chOff x="964406" y="15121664"/>
            <a:chExt cx="8478682" cy="5418840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51A515CA-7EC2-930E-C4BF-44A1A207C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" y="20022104"/>
              <a:ext cx="8478682" cy="51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rtl="0">
                <a:spcBef>
                  <a:spcPts val="1682"/>
                </a:spcBef>
              </a:pPr>
              <a:r>
                <a:rPr lang="en-US" sz="2400" b="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Depth Anything V2 depth prediction</a:t>
              </a:r>
            </a:p>
          </p:txBody>
        </p:sp>
        <p:pic>
          <p:nvPicPr>
            <p:cNvPr id="7" name="תמונה 6">
              <a:extLst>
                <a:ext uri="{FF2B5EF4-FFF2-40B4-BE49-F238E27FC236}">
                  <a16:creationId xmlns:a16="http://schemas.microsoft.com/office/drawing/2014/main" id="{709AE107-561B-7B17-3112-28FA17E64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5855" y="15121664"/>
              <a:ext cx="7258585" cy="4827242"/>
            </a:xfrm>
            <a:prstGeom prst="rect">
              <a:avLst/>
            </a:prstGeom>
          </p:spPr>
        </p:pic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3B0149EC-76FB-C75C-0485-78BAEC64F0BC}"/>
              </a:ext>
            </a:extLst>
          </p:cNvPr>
          <p:cNvGrpSpPr/>
          <p:nvPr/>
        </p:nvGrpSpPr>
        <p:grpSpPr>
          <a:xfrm>
            <a:off x="10219349" y="34997832"/>
            <a:ext cx="9334800" cy="1111919"/>
            <a:chOff x="10152000" y="9647388"/>
            <a:chExt cx="9334800" cy="1111919"/>
          </a:xfrm>
        </p:grpSpPr>
        <p:sp>
          <p:nvSpPr>
            <p:cNvPr id="8" name="Isosceles Triangle 176">
              <a:extLst>
                <a:ext uri="{FF2B5EF4-FFF2-40B4-BE49-F238E27FC236}">
                  <a16:creationId xmlns:a16="http://schemas.microsoft.com/office/drawing/2014/main" id="{FCC61D9B-03A9-37C3-C64C-D7E3601972F0}"/>
                </a:ext>
              </a:extLst>
            </p:cNvPr>
            <p:cNvSpPr/>
            <p:nvPr/>
          </p:nvSpPr>
          <p:spPr>
            <a:xfrm rot="16200000">
              <a:off x="10206000" y="10489307"/>
              <a:ext cx="216000" cy="324000"/>
            </a:xfrm>
            <a:prstGeom prst="triangle">
              <a:avLst>
                <a:gd name="adj" fmla="val 100000"/>
              </a:avLst>
            </a:prstGeom>
            <a:solidFill>
              <a:srgbClr val="0021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/>
            <a:p>
              <a:pPr algn="ctr"/>
              <a:endParaRPr lang="en-US" sz="4400"/>
            </a:p>
          </p:txBody>
        </p:sp>
        <p:sp>
          <p:nvSpPr>
            <p:cNvPr id="10" name="Rectangle 177">
              <a:extLst>
                <a:ext uri="{FF2B5EF4-FFF2-40B4-BE49-F238E27FC236}">
                  <a16:creationId xmlns:a16="http://schemas.microsoft.com/office/drawing/2014/main" id="{AFB88835-E072-D603-9B90-C5A1EF16EC5C}"/>
                </a:ext>
              </a:extLst>
            </p:cNvPr>
            <p:cNvSpPr/>
            <p:nvPr/>
          </p:nvSpPr>
          <p:spPr>
            <a:xfrm>
              <a:off x="10152089" y="9647388"/>
              <a:ext cx="9000000" cy="900000"/>
            </a:xfrm>
            <a:prstGeom prst="rect">
              <a:avLst/>
            </a:prstGeom>
            <a:solidFill>
              <a:srgbClr val="5686DA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0" rIns="0" rtlCol="0" anchor="ctr"/>
            <a:lstStyle/>
            <a:p>
              <a:pPr algn="l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    Chosen Solutions</a:t>
              </a:r>
            </a:p>
          </p:txBody>
        </p:sp>
        <p:sp>
          <p:nvSpPr>
            <p:cNvPr id="11" name="Right Triangle 178">
              <a:extLst>
                <a:ext uri="{FF2B5EF4-FFF2-40B4-BE49-F238E27FC236}">
                  <a16:creationId xmlns:a16="http://schemas.microsoft.com/office/drawing/2014/main" id="{7C59CFF9-5FB9-680E-5ABD-EADB369E8C5F}"/>
                </a:ext>
              </a:extLst>
            </p:cNvPr>
            <p:cNvSpPr>
              <a:spLocks noChangeAspect="1"/>
            </p:cNvSpPr>
            <p:nvPr/>
          </p:nvSpPr>
          <p:spPr bwMode="auto">
            <a:xfrm rot="2700000">
              <a:off x="18838800" y="9774000"/>
              <a:ext cx="648000" cy="64800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8000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429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L" sz="4400" b="1" i="0" u="none" strike="noStrike" cap="none" normalizeH="0" baseline="0" dirty="0">
                <a:ln>
                  <a:noFill/>
                </a:ln>
                <a:solidFill>
                  <a:srgbClr val="003399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2" name="Rectangle 4">
            <a:extLst>
              <a:ext uri="{FF2B5EF4-FFF2-40B4-BE49-F238E27FC236}">
                <a16:creationId xmlns:a16="http://schemas.microsoft.com/office/drawing/2014/main" id="{488F6B88-E5FA-AA9F-2287-4BD57F204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1260" y="36066247"/>
            <a:ext cx="8474400" cy="5478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>
              <a:spcBef>
                <a:spcPts val="1682"/>
              </a:spcBef>
              <a:buSzPct val="125000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propose two complementary approaches for stabilizing monocular depth in video:</a:t>
            </a:r>
          </a:p>
          <a:p>
            <a:pPr algn="l" rtl="0">
              <a:spcBef>
                <a:spcPts val="1682"/>
              </a:spcBef>
              <a:buSzPct val="125000"/>
            </a:pPr>
            <a:r>
              <a:rPr lang="en-US" sz="320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Geometric Alignment </a:t>
            </a:r>
          </a:p>
          <a:p>
            <a:pPr marL="457200" indent="-457200" algn="l" rtl="0">
              <a:spcBef>
                <a:spcPts val="1682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each depth map into a 3D point cloud using the pinhole camera model.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 per‑pixel motion via RAFT optical flow.</a:t>
            </a:r>
          </a:p>
          <a:p>
            <a:pPr marL="425679" indent="-425679" algn="l" rtl="0">
              <a:spcBef>
                <a:spcPts val="1682"/>
              </a:spcBef>
              <a:buSzPct val="125000"/>
              <a:buFont typeface="Arial" pitchFamily="34" charset="0"/>
              <a:buChar char="•"/>
            </a:pPr>
            <a:r>
              <a:rPr lang="en-US" sz="3200" b="0" dirty="0">
                <a:solidFill>
                  <a:srgbClr val="0021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low‑motion background anchors using multiple selection strategies.</a:t>
            </a:r>
          </a:p>
          <a:p>
            <a:pPr algn="l" rtl="0">
              <a:spcBef>
                <a:spcPts val="1682"/>
              </a:spcBef>
              <a:buSzPct val="125000"/>
            </a:pPr>
            <a:endParaRPr lang="en-US" sz="3200" dirty="0">
              <a:solidFill>
                <a:srgbClr val="0021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A14D74E5-D82C-0DE9-FB70-09436403E2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460" y="21203521"/>
            <a:ext cx="8127207" cy="3073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372</TotalTime>
  <Words>539</Words>
  <Application>Microsoft Office PowerPoint</Application>
  <PresentationFormat>מותאם אישית</PresentationFormat>
  <Paragraphs>66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Blank Presentation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SIPL Poster Template #4 with long title height</dc:title>
  <dc:creator>yair@ee.technion.ac.il</dc:creator>
  <cp:lastModifiedBy>Noam Murciano</cp:lastModifiedBy>
  <cp:revision>6</cp:revision>
  <dcterms:created xsi:type="dcterms:W3CDTF">2016-09-01T09:00:45Z</dcterms:created>
  <dcterms:modified xsi:type="dcterms:W3CDTF">2026-03-29T13:45:06Z</dcterms:modified>
</cp:coreProperties>
</file>